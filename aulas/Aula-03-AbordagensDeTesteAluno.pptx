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26.xml" ContentType="application/vnd.openxmlformats-officedocument.theme+xml"/>
  <Override PartName="/ppt/theme/theme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5.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0.xml" ContentType="application/vnd.openxmlformats-officedocument.theme+xml"/>
  <Override PartName="/ppt/theme/theme2.xml" ContentType="application/vnd.openxmlformats-officedocument.theme+xml"/>
  <Override PartName="/ppt/theme/theme29.xml" ContentType="application/vnd.openxmlformats-officedocument.theme+xml"/>
  <Override PartName="/ppt/theme/theme21.xml" ContentType="application/vnd.openxmlformats-officedocument.theme+xml"/>
  <Override PartName="/ppt/theme/theme3.xml" ContentType="application/vnd.openxmlformats-officedocument.theme+xml"/>
  <Override PartName="/ppt/theme/theme24.xml" ContentType="application/vnd.openxmlformats-officedocument.theme+xml"/>
  <Override PartName="/ppt/theme/theme6.xml" ContentType="application/vnd.openxmlformats-officedocument.theme+xml"/>
  <Override PartName="/ppt/theme/theme25.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2.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5.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26.xml" ContentType="application/vnd.openxmlformats-officedocument.presentationml.slideMaster+xml"/>
  <Override PartName="/ppt/slideMasters/slideMaster23.xml" ContentType="application/vnd.openxmlformats-officedocument.presentationml.slideMaster+xml"/>
  <Override PartName="/ppt/slideMasters/slideMaster10.xml" ContentType="application/vnd.openxmlformats-officedocument.presentationml.slideMaster+xml"/>
  <Override PartName="/ppt/slideMasters/slideMaster1.xml" ContentType="application/vnd.openxmlformats-officedocument.presentationml.slideMaster+xml"/>
  <Override PartName="/ppt/slideMasters/slideMaster9.xml" ContentType="application/vnd.openxmlformats-officedocument.presentationml.slideMaster+xml"/>
  <Override PartName="/ppt/slideMasters/slideMaster2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6.xml" ContentType="application/vnd.openxmlformats-officedocument.presentationml.slideMaster+xml"/>
  <Override PartName="/ppt/slideMasters/slideMaster24.xml" ContentType="application/vnd.openxmlformats-officedocument.presentationml.slideMaster+xml"/>
  <Override PartName="/ppt/slideMasters/slideMaster7.xml" ContentType="application/vnd.openxmlformats-officedocument.presentationml.slideMaster+xml"/>
  <Override PartName="/ppt/slideMasters/slideMaster25.xml" ContentType="application/vnd.openxmlformats-officedocument.presentationml.slideMaster+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3.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6" r:id="rId5"/>
    <p:sldMasterId id="2147483658" r:id="rId6"/>
    <p:sldMasterId id="2147483660" r:id="rId7"/>
    <p:sldMasterId id="2147483662" r:id="rId8"/>
    <p:sldMasterId id="2147483664" r:id="rId9"/>
    <p:sldMasterId id="2147483667" r:id="rId10"/>
    <p:sldMasterId id="2147483669" r:id="rId11"/>
    <p:sldMasterId id="2147483671" r:id="rId12"/>
    <p:sldMasterId id="2147483673" r:id="rId13"/>
    <p:sldMasterId id="2147483675" r:id="rId14"/>
    <p:sldMasterId id="2147483677" r:id="rId15"/>
    <p:sldMasterId id="2147483679" r:id="rId16"/>
    <p:sldMasterId id="2147483681" r:id="rId17"/>
    <p:sldMasterId id="2147483683" r:id="rId18"/>
    <p:sldMasterId id="2147483685" r:id="rId19"/>
    <p:sldMasterId id="2147483687" r:id="rId20"/>
    <p:sldMasterId id="2147483689" r:id="rId21"/>
    <p:sldMasterId id="2147483691" r:id="rId22"/>
    <p:sldMasterId id="2147483693" r:id="rId23"/>
    <p:sldMasterId id="2147483695" r:id="rId24"/>
    <p:sldMasterId id="2147483697" r:id="rId25"/>
    <p:sldMasterId id="2147483699" r:id="rId26"/>
    <p:sldMasterId id="2147483701" r:id="rId27"/>
    <p:sldMasterId id="2147483703" r:id="rId28"/>
    <p:sldMasterId id="2147483705" r:id="rId29"/>
    <p:sldMasterId id="2147483707" r:id="rId30"/>
    <p:sldMasterId id="2147483709" r:id="rId31"/>
    <p:sldMasterId id="2147483711" r:id="rId32"/>
    <p:sldMasterId id="2147483713" r:id="rId33"/>
  </p:sldMasterIdLst>
  <p:notesMasterIdLst>
    <p:notesMasterId r:id="rId34"/>
  </p:notesMasterIdLst>
  <p:sldIdLst>
    <p:sldId id="256" r:id="rId35"/>
    <p:sldId id="257" r:id="rId36"/>
    <p:sldId id="258" r:id="rId37"/>
    <p:sldId id="259" r:id="rId38"/>
    <p:sldId id="260" r:id="rId39"/>
    <p:sldId id="261" r:id="rId40"/>
    <p:sldId id="262" r:id="rId41"/>
    <p:sldId id="263" r:id="rId42"/>
    <p:sldId id="264" r:id="rId43"/>
    <p:sldId id="265" r:id="rId44"/>
    <p:sldId id="266" r:id="rId45"/>
    <p:sldId id="267" r:id="rId46"/>
    <p:sldId id="268" r:id="rId47"/>
    <p:sldId id="269" r:id="rId48"/>
    <p:sldId id="270" r:id="rId49"/>
    <p:sldId id="271" r:id="rId50"/>
    <p:sldId id="272" r:id="rId51"/>
    <p:sldId id="273" r:id="rId52"/>
    <p:sldId id="274" r:id="rId53"/>
    <p:sldId id="275" r:id="rId54"/>
    <p:sldId id="276" r:id="rId55"/>
    <p:sldId id="277" r:id="rId56"/>
    <p:sldId id="278" r:id="rId57"/>
    <p:sldId id="279" r:id="rId58"/>
    <p:sldId id="280" r:id="rId59"/>
    <p:sldId id="281" r:id="rId60"/>
    <p:sldId id="282" r:id="rId61"/>
    <p:sldId id="283" r:id="rId62"/>
    <p:sldId id="284" r:id="rId63"/>
    <p:sldId id="285" r:id="rId64"/>
    <p:sldId id="286" r:id="rId65"/>
    <p:sldId id="287" r:id="rId66"/>
    <p:sldId id="288" r:id="rId67"/>
    <p:sldId id="289" r:id="rId68"/>
    <p:sldId id="290" r:id="rId69"/>
    <p:sldId id="291" r:id="rId70"/>
    <p:sldId id="292" r:id="rId71"/>
    <p:sldId id="293" r:id="rId72"/>
    <p:sldId id="294" r:id="rId73"/>
    <p:sldId id="295" r:id="rId74"/>
    <p:sldId id="296" r:id="rId75"/>
    <p:sldId id="297" r:id="rId76"/>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6.xml"/><Relationship Id="rId6" Type="http://schemas.openxmlformats.org/officeDocument/2006/relationships/slideMaster" Target="slideMasters/slideMaster7.xml"/><Relationship Id="rId7" Type="http://schemas.openxmlformats.org/officeDocument/2006/relationships/slideMaster" Target="slideMasters/slideMaster8.xml"/><Relationship Id="rId8" Type="http://schemas.openxmlformats.org/officeDocument/2006/relationships/slideMaster" Target="slideMasters/slideMaster9.xml"/><Relationship Id="rId9" Type="http://schemas.openxmlformats.org/officeDocument/2006/relationships/slideMaster" Target="slideMasters/slideMaster10.xml"/><Relationship Id="rId10" Type="http://schemas.openxmlformats.org/officeDocument/2006/relationships/slideMaster" Target="slideMasters/slideMaster11.xml"/><Relationship Id="rId11" Type="http://schemas.openxmlformats.org/officeDocument/2006/relationships/slideMaster" Target="slideMasters/slideMaster12.xml"/><Relationship Id="rId12" Type="http://schemas.openxmlformats.org/officeDocument/2006/relationships/slideMaster" Target="slideMasters/slideMaster13.xml"/><Relationship Id="rId13" Type="http://schemas.openxmlformats.org/officeDocument/2006/relationships/slideMaster" Target="slideMasters/slideMaster14.xml"/><Relationship Id="rId14" Type="http://schemas.openxmlformats.org/officeDocument/2006/relationships/slideMaster" Target="slideMasters/slideMaster15.xml"/><Relationship Id="rId15" Type="http://schemas.openxmlformats.org/officeDocument/2006/relationships/slideMaster" Target="slideMasters/slideMaster16.xml"/><Relationship Id="rId16" Type="http://schemas.openxmlformats.org/officeDocument/2006/relationships/slideMaster" Target="slideMasters/slideMaster17.xml"/><Relationship Id="rId17" Type="http://schemas.openxmlformats.org/officeDocument/2006/relationships/slideMaster" Target="slideMasters/slideMaster18.xml"/><Relationship Id="rId18" Type="http://schemas.openxmlformats.org/officeDocument/2006/relationships/slideMaster" Target="slideMasters/slideMaster19.xml"/><Relationship Id="rId19" Type="http://schemas.openxmlformats.org/officeDocument/2006/relationships/slideMaster" Target="slideMasters/slideMaster20.xml"/><Relationship Id="rId20" Type="http://schemas.openxmlformats.org/officeDocument/2006/relationships/slideMaster" Target="slideMasters/slideMaster21.xml"/><Relationship Id="rId21" Type="http://schemas.openxmlformats.org/officeDocument/2006/relationships/slideMaster" Target="slideMasters/slideMaster22.xml"/><Relationship Id="rId22" Type="http://schemas.openxmlformats.org/officeDocument/2006/relationships/slideMaster" Target="slideMasters/slideMaster23.xml"/><Relationship Id="rId23" Type="http://schemas.openxmlformats.org/officeDocument/2006/relationships/slideMaster" Target="slideMasters/slideMaster24.xml"/><Relationship Id="rId24" Type="http://schemas.openxmlformats.org/officeDocument/2006/relationships/slideMaster" Target="slideMasters/slideMaster25.xml"/><Relationship Id="rId25" Type="http://schemas.openxmlformats.org/officeDocument/2006/relationships/slideMaster" Target="slideMasters/slideMaster26.xml"/><Relationship Id="rId26" Type="http://schemas.openxmlformats.org/officeDocument/2006/relationships/slideMaster" Target="slideMasters/slideMaster27.xml"/><Relationship Id="rId27" Type="http://schemas.openxmlformats.org/officeDocument/2006/relationships/slideMaster" Target="slideMasters/slideMaster28.xml"/><Relationship Id="rId28" Type="http://schemas.openxmlformats.org/officeDocument/2006/relationships/slideMaster" Target="slideMasters/slideMaster29.xml"/><Relationship Id="rId29" Type="http://schemas.openxmlformats.org/officeDocument/2006/relationships/slideMaster" Target="slideMasters/slideMaster30.xml"/><Relationship Id="rId30" Type="http://schemas.openxmlformats.org/officeDocument/2006/relationships/slideMaster" Target="slideMasters/slideMaster31.xml"/><Relationship Id="rId31" Type="http://schemas.openxmlformats.org/officeDocument/2006/relationships/slideMaster" Target="slideMasters/slideMaster32.xml"/><Relationship Id="rId32" Type="http://schemas.openxmlformats.org/officeDocument/2006/relationships/slideMaster" Target="slideMasters/slideMaster33.xml"/><Relationship Id="rId33" Type="http://schemas.openxmlformats.org/officeDocument/2006/relationships/slideMaster" Target="slideMasters/slideMaster34.xml"/><Relationship Id="rId34" Type="http://schemas.openxmlformats.org/officeDocument/2006/relationships/notesMaster" Target="notesMasters/notesMaster1.xml"/><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 Id="rId44" Type="http://schemas.openxmlformats.org/officeDocument/2006/relationships/slide" Target="slides/slide10.xml"/><Relationship Id="rId45" Type="http://schemas.openxmlformats.org/officeDocument/2006/relationships/slide" Target="slides/slide11.xml"/><Relationship Id="rId46" Type="http://schemas.openxmlformats.org/officeDocument/2006/relationships/slide" Target="slides/slide12.xml"/><Relationship Id="rId47" Type="http://schemas.openxmlformats.org/officeDocument/2006/relationships/slide" Target="slides/slide13.xml"/><Relationship Id="rId48" Type="http://schemas.openxmlformats.org/officeDocument/2006/relationships/slide" Target="slides/slide14.xml"/><Relationship Id="rId49" Type="http://schemas.openxmlformats.org/officeDocument/2006/relationships/slide" Target="slides/slide15.xml"/><Relationship Id="rId50" Type="http://schemas.openxmlformats.org/officeDocument/2006/relationships/slide" Target="slides/slide16.xml"/><Relationship Id="rId51" Type="http://schemas.openxmlformats.org/officeDocument/2006/relationships/slide" Target="slides/slide17.xml"/><Relationship Id="rId52" Type="http://schemas.openxmlformats.org/officeDocument/2006/relationships/slide" Target="slides/slide18.xml"/><Relationship Id="rId53" Type="http://schemas.openxmlformats.org/officeDocument/2006/relationships/slide" Target="slides/slide19.xml"/><Relationship Id="rId54" Type="http://schemas.openxmlformats.org/officeDocument/2006/relationships/slide" Target="slides/slide20.xml"/><Relationship Id="rId55" Type="http://schemas.openxmlformats.org/officeDocument/2006/relationships/slide" Target="slides/slide21.xml"/><Relationship Id="rId56" Type="http://schemas.openxmlformats.org/officeDocument/2006/relationships/slide" Target="slides/slide22.xml"/><Relationship Id="rId57" Type="http://schemas.openxmlformats.org/officeDocument/2006/relationships/slide" Target="slides/slide23.xml"/><Relationship Id="rId58" Type="http://schemas.openxmlformats.org/officeDocument/2006/relationships/slide" Target="slides/slide24.xml"/><Relationship Id="rId59" Type="http://schemas.openxmlformats.org/officeDocument/2006/relationships/slide" Target="slides/slide25.xml"/><Relationship Id="rId60" Type="http://schemas.openxmlformats.org/officeDocument/2006/relationships/slide" Target="slides/slide26.xml"/><Relationship Id="rId61" Type="http://schemas.openxmlformats.org/officeDocument/2006/relationships/slide" Target="slides/slide27.xml"/><Relationship Id="rId62" Type="http://schemas.openxmlformats.org/officeDocument/2006/relationships/slide" Target="slides/slide28.xml"/><Relationship Id="rId63" Type="http://schemas.openxmlformats.org/officeDocument/2006/relationships/slide" Target="slides/slide29.xml"/><Relationship Id="rId64" Type="http://schemas.openxmlformats.org/officeDocument/2006/relationships/slide" Target="slides/slide30.xml"/><Relationship Id="rId65" Type="http://schemas.openxmlformats.org/officeDocument/2006/relationships/slide" Target="slides/slide31.xml"/><Relationship Id="rId66" Type="http://schemas.openxmlformats.org/officeDocument/2006/relationships/slide" Target="slides/slide32.xml"/><Relationship Id="rId67" Type="http://schemas.openxmlformats.org/officeDocument/2006/relationships/slide" Target="slides/slide33.xml"/><Relationship Id="rId68" Type="http://schemas.openxmlformats.org/officeDocument/2006/relationships/slide" Target="slides/slide34.xml"/><Relationship Id="rId69" Type="http://schemas.openxmlformats.org/officeDocument/2006/relationships/slide" Target="slides/slide35.xml"/><Relationship Id="rId70" Type="http://schemas.openxmlformats.org/officeDocument/2006/relationships/slide" Target="slides/slide36.xml"/><Relationship Id="rId71" Type="http://schemas.openxmlformats.org/officeDocument/2006/relationships/slide" Target="slides/slide37.xml"/><Relationship Id="rId72" Type="http://schemas.openxmlformats.org/officeDocument/2006/relationships/slide" Target="slides/slide38.xml"/><Relationship Id="rId73" Type="http://schemas.openxmlformats.org/officeDocument/2006/relationships/slide" Target="slides/slide39.xml"/><Relationship Id="rId74" Type="http://schemas.openxmlformats.org/officeDocument/2006/relationships/slide" Target="slides/slide40.xml"/><Relationship Id="rId75" Type="http://schemas.openxmlformats.org/officeDocument/2006/relationships/slide" Target="slides/slide41.xml"/><Relationship Id="rId76" Type="http://schemas.openxmlformats.org/officeDocument/2006/relationships/slide" Target="slides/slide42.xml"/><Relationship Id="rId7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pt-BR" sz="4400" b="0" u="none" strike="noStrike">
                <a:solidFill>
                  <a:srgbClr val="000000"/>
                </a:solidFill>
                <a:effectLst/>
                <a:uFillTx/>
                <a:latin typeface="Arial"/>
              </a:rPr>
              <a:t>Clique para mover o slide</a:t>
            </a:r>
            <a:endParaRPr lang="pt-BR" sz="4400" b="0" u="none" strike="noStrike">
              <a:solidFill>
                <a:srgbClr val="000000"/>
              </a:solidFill>
              <a:effectLst/>
              <a:uFillTx/>
              <a:latin typeface="Arial"/>
            </a:endParaRPr>
          </a:p>
        </p:txBody>
      </p:sp>
      <p:sp>
        <p:nvSpPr>
          <p:cNvPr id="3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BR" sz="2000" b="0" u="none" strike="noStrike">
                <a:solidFill>
                  <a:srgbClr val="000000"/>
                </a:solidFill>
                <a:effectLst/>
                <a:uFillTx/>
                <a:latin typeface="Arial"/>
              </a:rPr>
              <a:t>Clique para editar o formato de notas</a:t>
            </a:r>
            <a:endParaRPr lang="pt-BR" sz="2000" b="0" u="none" strike="noStrike">
              <a:solidFill>
                <a:srgbClr val="000000"/>
              </a:solidFill>
              <a:effectLst/>
              <a:uFillTx/>
              <a:latin typeface="Arial"/>
            </a:endParaRPr>
          </a:p>
        </p:txBody>
      </p:sp>
      <p:sp>
        <p:nvSpPr>
          <p:cNvPr id="38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BR" sz="1400" b="0" u="none" strike="noStrike">
                <a:solidFill>
                  <a:srgbClr val="000000"/>
                </a:solidFill>
                <a:effectLst/>
                <a:uFillTx/>
                <a:latin typeface="Times New Roman"/>
              </a:rPr>
              <a:t> </a:t>
            </a:r>
            <a:endParaRPr lang="pt-BR" sz="1400" b="0" u="none" strike="noStrike">
              <a:solidFill>
                <a:srgbClr val="000000"/>
              </a:solidFill>
              <a:effectLst/>
              <a:uFillTx/>
              <a:latin typeface="Times New Roman"/>
            </a:endParaRPr>
          </a:p>
        </p:txBody>
      </p:sp>
      <p:sp>
        <p:nvSpPr>
          <p:cNvPr id="387" name="PlaceHolder 4"/>
          <p:cNvSpPr>
            <a:spLocks noGrp="1"/>
          </p:cNvSpPr>
          <p:nvPr>
            <p:ph type="dt" idx="103"/>
          </p:nvPr>
        </p:nvSpPr>
        <p:spPr>
          <a:xfrm>
            <a:off x="4278960" y="0"/>
            <a:ext cx="3280680" cy="534240"/>
          </a:xfrm>
          <a:prstGeom prst="rect">
            <a:avLst/>
          </a:prstGeom>
          <a:noFill/>
          <a:ln w="0">
            <a:noFill/>
          </a:ln>
        </p:spPr>
        <p:txBody>
          <a:bodyPr lIns="0" tIns="0" rIns="0" bIns="0" anchor="t">
            <a:noAutofit/>
          </a:bodyPr>
          <a:lstStyle>
            <a:lvl1pPr indent="0" algn="r">
              <a:buNone/>
              <a:defRPr lang="pt-BR" sz="1400" b="0" u="none" strike="noStrike">
                <a:solidFill>
                  <a:srgbClr val="000000"/>
                </a:solidFill>
                <a:effectLst/>
                <a:uFillTx/>
                <a:latin typeface="Times New Roman"/>
              </a:defRPr>
            </a:lvl1pPr>
          </a:lstStyle>
          <a:p>
            <a:pPr indent="0" algn="r">
              <a:buNone/>
            </a:pPr>
            <a:r>
              <a:rPr lang="pt-BR" sz="1400" b="0" u="none" strike="noStrike">
                <a:solidFill>
                  <a:srgbClr val="000000"/>
                </a:solidFill>
                <a:effectLst/>
                <a:uFillTx/>
                <a:latin typeface="Times New Roman"/>
              </a:rPr>
              <a:t> </a:t>
            </a:r>
            <a:endParaRPr lang="pt-BR" sz="1400" b="0" u="none" strike="noStrike">
              <a:solidFill>
                <a:srgbClr val="000000"/>
              </a:solidFill>
              <a:effectLst/>
              <a:uFillTx/>
              <a:latin typeface="Times New Roman"/>
            </a:endParaRPr>
          </a:p>
        </p:txBody>
      </p:sp>
      <p:sp>
        <p:nvSpPr>
          <p:cNvPr id="388" name="PlaceHolder 5"/>
          <p:cNvSpPr>
            <a:spLocks noGrp="1"/>
          </p:cNvSpPr>
          <p:nvPr>
            <p:ph type="ftr" idx="104"/>
          </p:nvPr>
        </p:nvSpPr>
        <p:spPr>
          <a:xfrm>
            <a:off x="0" y="10157400"/>
            <a:ext cx="3280680" cy="534240"/>
          </a:xfrm>
          <a:prstGeom prst="rect">
            <a:avLst/>
          </a:prstGeom>
          <a:noFill/>
          <a:ln w="0">
            <a:noFill/>
          </a:ln>
        </p:spPr>
        <p:txBody>
          <a:bodyPr lIns="0" tIns="0" rIns="0" bIns="0" anchor="b">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 </a:t>
            </a:r>
            <a:endParaRPr lang="pt-BR" sz="1400" b="0" u="none" strike="noStrike">
              <a:solidFill>
                <a:srgbClr val="000000"/>
              </a:solidFill>
              <a:effectLst/>
              <a:uFillTx/>
              <a:latin typeface="Times New Roman"/>
            </a:endParaRPr>
          </a:p>
        </p:txBody>
      </p:sp>
      <p:sp>
        <p:nvSpPr>
          <p:cNvPr id="389" name="PlaceHolder 6"/>
          <p:cNvSpPr>
            <a:spLocks noGrp="1"/>
          </p:cNvSpPr>
          <p:nvPr>
            <p:ph type="sldNum" idx="105"/>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u="none" strike="noStrike">
                <a:solidFill>
                  <a:srgbClr val="000000"/>
                </a:solidFill>
                <a:effectLst/>
                <a:uFillTx/>
                <a:latin typeface="Times New Roman"/>
              </a:defRPr>
            </a:lvl1pPr>
          </a:lstStyle>
          <a:p>
            <a:pPr indent="0" algn="r">
              <a:buNone/>
            </a:pPr>
            <a:fld id="{F4B6A06B-1104-41CA-A2E0-C79EA15F35E0}" type="slidenum">
              <a:rPr lang="pt-BR" sz="1400" b="0" u="none" strike="noStrike">
                <a:solidFill>
                  <a:srgbClr val="000000"/>
                </a:solidFill>
                <a:effectLst/>
                <a:uFillTx/>
                <a:latin typeface="Times New Roman"/>
              </a:rPr>
              <a:t>1</a:t>
            </a:fld>
            <a:endParaRPr lang="pt-B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8F708255-A5F7-4B46-96C9-234B182D23CC}"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12" name="PlaceHolder 1"/>
          <p:cNvSpPr>
            <a:spLocks noGrp="1"/>
          </p:cNvSpPr>
          <p:nvPr>
            <p:ph type="sldImg"/>
          </p:nvPr>
        </p:nvSpPr>
        <p:spPr>
          <a:xfrm>
            <a:off x="720720" y="900000"/>
            <a:ext cx="6118560" cy="3440520"/>
          </a:xfrm>
          <a:prstGeom prst="rect">
            <a:avLst/>
          </a:prstGeom>
          <a:ln w="0">
            <a:noFill/>
          </a:ln>
        </p:spPr>
      </p:sp>
      <p:sp>
        <p:nvSpPr>
          <p:cNvPr id="513"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D3278E29-6A82-4D64-9548-E60FCBC9AD1B}"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15" name="PlaceHolder 1"/>
          <p:cNvSpPr>
            <a:spLocks noGrp="1"/>
          </p:cNvSpPr>
          <p:nvPr>
            <p:ph type="sldImg"/>
          </p:nvPr>
        </p:nvSpPr>
        <p:spPr>
          <a:xfrm>
            <a:off x="720720" y="900000"/>
            <a:ext cx="6118560" cy="3440520"/>
          </a:xfrm>
          <a:prstGeom prst="rect">
            <a:avLst/>
          </a:prstGeom>
          <a:ln w="0">
            <a:noFill/>
          </a:ln>
        </p:spPr>
      </p:sp>
      <p:sp>
        <p:nvSpPr>
          <p:cNvPr id="516"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1B29056D-4BD8-4664-9599-B7892BF24E42}"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18" name="PlaceHolder 1"/>
          <p:cNvSpPr>
            <a:spLocks noGrp="1"/>
          </p:cNvSpPr>
          <p:nvPr>
            <p:ph type="sldImg"/>
          </p:nvPr>
        </p:nvSpPr>
        <p:spPr>
          <a:xfrm>
            <a:off x="720720" y="900000"/>
            <a:ext cx="6118560" cy="3440520"/>
          </a:xfrm>
          <a:prstGeom prst="rect">
            <a:avLst/>
          </a:prstGeom>
          <a:ln w="0">
            <a:noFill/>
          </a:ln>
        </p:spPr>
      </p:sp>
      <p:sp>
        <p:nvSpPr>
          <p:cNvPr id="519"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E53EABFC-951E-4EDD-BBA7-2AB1833005E2}"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21" name="PlaceHolder 1"/>
          <p:cNvSpPr>
            <a:spLocks noGrp="1"/>
          </p:cNvSpPr>
          <p:nvPr>
            <p:ph type="sldImg"/>
          </p:nvPr>
        </p:nvSpPr>
        <p:spPr>
          <a:xfrm>
            <a:off x="720720" y="900000"/>
            <a:ext cx="6118560" cy="3440520"/>
          </a:xfrm>
          <a:prstGeom prst="rect">
            <a:avLst/>
          </a:prstGeom>
          <a:ln w="0">
            <a:noFill/>
          </a:ln>
        </p:spPr>
      </p:sp>
      <p:sp>
        <p:nvSpPr>
          <p:cNvPr id="522"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7FC1C8A2-81BB-4E52-9C08-19CF7704F74B}"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24" name="PlaceHolder 1"/>
          <p:cNvSpPr>
            <a:spLocks noGrp="1"/>
          </p:cNvSpPr>
          <p:nvPr>
            <p:ph type="sldImg"/>
          </p:nvPr>
        </p:nvSpPr>
        <p:spPr>
          <a:xfrm>
            <a:off x="720720" y="900000"/>
            <a:ext cx="6118560" cy="3440520"/>
          </a:xfrm>
          <a:prstGeom prst="rect">
            <a:avLst/>
          </a:prstGeom>
          <a:ln w="0">
            <a:noFill/>
          </a:ln>
        </p:spPr>
      </p:sp>
      <p:sp>
        <p:nvSpPr>
          <p:cNvPr id="525"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D62B36FD-2330-44CB-809D-65C8B26832D3}"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27" name="PlaceHolder 1"/>
          <p:cNvSpPr>
            <a:spLocks noGrp="1"/>
          </p:cNvSpPr>
          <p:nvPr>
            <p:ph type="sldImg"/>
          </p:nvPr>
        </p:nvSpPr>
        <p:spPr>
          <a:xfrm>
            <a:off x="720720" y="900000"/>
            <a:ext cx="6118560" cy="3440520"/>
          </a:xfrm>
          <a:prstGeom prst="rect">
            <a:avLst/>
          </a:prstGeom>
          <a:ln w="0">
            <a:noFill/>
          </a:ln>
        </p:spPr>
      </p:sp>
      <p:sp>
        <p:nvSpPr>
          <p:cNvPr id="528"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1AF15F5E-564C-4568-8481-D9C131744F2C}"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30" name="PlaceHolder 1"/>
          <p:cNvSpPr>
            <a:spLocks noGrp="1"/>
          </p:cNvSpPr>
          <p:nvPr>
            <p:ph type="sldImg"/>
          </p:nvPr>
        </p:nvSpPr>
        <p:spPr>
          <a:xfrm>
            <a:off x="720720" y="900000"/>
            <a:ext cx="6118560" cy="3440520"/>
          </a:xfrm>
          <a:prstGeom prst="rect">
            <a:avLst/>
          </a:prstGeom>
          <a:ln w="0">
            <a:noFill/>
          </a:ln>
        </p:spPr>
      </p:sp>
      <p:sp>
        <p:nvSpPr>
          <p:cNvPr id="531"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E8EBEC75-AF57-4D6F-879E-0C07A55EF51C}"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33" name="PlaceHolder 1"/>
          <p:cNvSpPr>
            <a:spLocks noGrp="1"/>
          </p:cNvSpPr>
          <p:nvPr>
            <p:ph type="sldImg"/>
          </p:nvPr>
        </p:nvSpPr>
        <p:spPr>
          <a:xfrm>
            <a:off x="720720" y="900000"/>
            <a:ext cx="6118560" cy="3440520"/>
          </a:xfrm>
          <a:prstGeom prst="rect">
            <a:avLst/>
          </a:prstGeom>
          <a:ln w="0">
            <a:noFill/>
          </a:ln>
        </p:spPr>
      </p:sp>
      <p:sp>
        <p:nvSpPr>
          <p:cNvPr id="534"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6799D5FB-4DFA-4B7E-832D-A28DE18CF12B}"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36" name="PlaceHolder 1"/>
          <p:cNvSpPr>
            <a:spLocks noGrp="1"/>
          </p:cNvSpPr>
          <p:nvPr>
            <p:ph type="sldImg"/>
          </p:nvPr>
        </p:nvSpPr>
        <p:spPr>
          <a:xfrm>
            <a:off x="720720" y="900000"/>
            <a:ext cx="6118560" cy="3440520"/>
          </a:xfrm>
          <a:prstGeom prst="rect">
            <a:avLst/>
          </a:prstGeom>
          <a:ln w="0">
            <a:noFill/>
          </a:ln>
        </p:spPr>
      </p:sp>
      <p:sp>
        <p:nvSpPr>
          <p:cNvPr id="537"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336C7135-D3FC-4F53-940E-9A4BE7D03E9A}"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39" name="PlaceHolder 1"/>
          <p:cNvSpPr>
            <a:spLocks noGrp="1"/>
          </p:cNvSpPr>
          <p:nvPr>
            <p:ph type="sldImg"/>
          </p:nvPr>
        </p:nvSpPr>
        <p:spPr>
          <a:xfrm>
            <a:off x="720720" y="900000"/>
            <a:ext cx="6118560" cy="3440520"/>
          </a:xfrm>
          <a:prstGeom prst="rect">
            <a:avLst/>
          </a:prstGeom>
          <a:ln w="0">
            <a:noFill/>
          </a:ln>
        </p:spPr>
      </p:sp>
      <p:sp>
        <p:nvSpPr>
          <p:cNvPr id="540"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3E379F4F-ED26-408A-AEAA-14EB69415090}"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42" name="PlaceHolder 1"/>
          <p:cNvSpPr>
            <a:spLocks noGrp="1"/>
          </p:cNvSpPr>
          <p:nvPr>
            <p:ph type="sldImg"/>
          </p:nvPr>
        </p:nvSpPr>
        <p:spPr>
          <a:xfrm>
            <a:off x="720720" y="900000"/>
            <a:ext cx="6118560" cy="3440520"/>
          </a:xfrm>
          <a:prstGeom prst="rect">
            <a:avLst/>
          </a:prstGeom>
          <a:ln w="0">
            <a:noFill/>
          </a:ln>
        </p:spPr>
      </p:sp>
      <p:sp>
        <p:nvSpPr>
          <p:cNvPr id="543"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392B845F-10A1-44B2-93F0-8AF1CCE83D18}"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45" name="PlaceHolder 1"/>
          <p:cNvSpPr>
            <a:spLocks noGrp="1"/>
          </p:cNvSpPr>
          <p:nvPr>
            <p:ph type="sldImg"/>
          </p:nvPr>
        </p:nvSpPr>
        <p:spPr>
          <a:xfrm>
            <a:off x="720720" y="900000"/>
            <a:ext cx="6118560" cy="3440520"/>
          </a:xfrm>
          <a:prstGeom prst="rect">
            <a:avLst/>
          </a:prstGeom>
          <a:ln w="0">
            <a:noFill/>
          </a:ln>
        </p:spPr>
      </p:sp>
      <p:sp>
        <p:nvSpPr>
          <p:cNvPr id="546"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D9F75484-EB84-4CD9-A6A2-AA7EFF61F482}"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48" name="PlaceHolder 1"/>
          <p:cNvSpPr>
            <a:spLocks noGrp="1"/>
          </p:cNvSpPr>
          <p:nvPr>
            <p:ph type="sldImg"/>
          </p:nvPr>
        </p:nvSpPr>
        <p:spPr>
          <a:xfrm>
            <a:off x="720720" y="900000"/>
            <a:ext cx="6118560" cy="3440520"/>
          </a:xfrm>
          <a:prstGeom prst="rect">
            <a:avLst/>
          </a:prstGeom>
          <a:ln w="0">
            <a:noFill/>
          </a:ln>
        </p:spPr>
      </p:sp>
      <p:sp>
        <p:nvSpPr>
          <p:cNvPr id="549"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97CFEE99-D760-4407-A62D-B5E83D2B714F}"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51" name="PlaceHolder 1"/>
          <p:cNvSpPr>
            <a:spLocks noGrp="1"/>
          </p:cNvSpPr>
          <p:nvPr>
            <p:ph type="sldImg"/>
          </p:nvPr>
        </p:nvSpPr>
        <p:spPr>
          <a:xfrm>
            <a:off x="720720" y="900000"/>
            <a:ext cx="6118560" cy="3440520"/>
          </a:xfrm>
          <a:prstGeom prst="rect">
            <a:avLst/>
          </a:prstGeom>
          <a:ln w="0">
            <a:noFill/>
          </a:ln>
        </p:spPr>
      </p:sp>
      <p:sp>
        <p:nvSpPr>
          <p:cNvPr id="552"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Espaço Reservado para Número de Slide 6"/>
          <p:cNvSpPr/>
          <p:nvPr/>
        </p:nvSpPr>
        <p:spPr>
          <a:xfrm>
            <a:off x="4278960" y="10157400"/>
            <a:ext cx="3279600" cy="533160"/>
          </a:xfrm>
          <a:prstGeom prst="rect">
            <a:avLst/>
          </a:prstGeom>
          <a:noFill/>
          <a:ln w="0">
            <a:noFill/>
          </a:ln>
        </p:spPr>
        <p:style>
          <a:lnRef idx="0"/>
          <a:fillRef idx="0"/>
          <a:effectRef idx="0"/>
          <a:fontRef idx="minor"/>
        </p:style>
        <p:txBody>
          <a:bodyPr lIns="0" tIns="0" rIns="0" bIns="0" anchor="b">
            <a:noAutofit/>
          </a:bodyPr>
          <a:p>
            <a:pPr algn="r">
              <a:lnSpc>
                <a:spcPct val="100000"/>
              </a:lnSpc>
            </a:pPr>
            <a:fld id="{FFDA5148-7C30-43DA-96D5-B77AFC955BAE}" type="slidenum">
              <a:rPr lang="pt-BR" sz="1400" b="0" u="none" strike="noStrike">
                <a:solidFill>
                  <a:srgbClr val="FFFFFF"/>
                </a:solidFill>
                <a:effectLst/>
                <a:uFillTx/>
                <a:latin typeface="Noto Sans"/>
                <a:ea typeface="Noto Sans CJK JP:palt"/>
              </a:rPr>
              <a:t>&lt;número&gt;</a:t>
            </a:fld>
            <a:endParaRPr lang="pt-BR" sz="1400" b="0" u="none" strike="noStrike">
              <a:solidFill>
                <a:srgbClr val="000000"/>
              </a:solidFill>
              <a:effectLst/>
              <a:uFillTx/>
              <a:latin typeface="Arial"/>
            </a:endParaRPr>
          </a:p>
        </p:txBody>
      </p:sp>
      <p:sp>
        <p:nvSpPr>
          <p:cNvPr id="554" name="PlaceHolder 1"/>
          <p:cNvSpPr>
            <a:spLocks noGrp="1"/>
          </p:cNvSpPr>
          <p:nvPr>
            <p:ph type="sldImg"/>
          </p:nvPr>
        </p:nvSpPr>
        <p:spPr>
          <a:xfrm>
            <a:off x="720720" y="900000"/>
            <a:ext cx="6118560" cy="3440520"/>
          </a:xfrm>
          <a:prstGeom prst="rect">
            <a:avLst/>
          </a:prstGeom>
          <a:ln w="0">
            <a:noFill/>
          </a:ln>
        </p:spPr>
      </p:sp>
      <p:sp>
        <p:nvSpPr>
          <p:cNvPr id="555" name="PlaceHolder 2"/>
          <p:cNvSpPr>
            <a:spLocks noGrp="1"/>
          </p:cNvSpPr>
          <p:nvPr>
            <p:ph type="body"/>
          </p:nvPr>
        </p:nvSpPr>
        <p:spPr>
          <a:xfrm>
            <a:off x="720000" y="4680000"/>
            <a:ext cx="6118920" cy="5038920"/>
          </a:xfrm>
          <a:prstGeom prst="rect">
            <a:avLst/>
          </a:prstGeom>
          <a:noFill/>
          <a:ln w="12600">
            <a:noFill/>
          </a:ln>
        </p:spPr>
        <p:txBody>
          <a:bodyPr lIns="0" tIns="0" rIns="0" bIns="0" anchor="t">
            <a:noAutofit/>
          </a:bodyPr>
          <a:p>
            <a:pPr indent="0" algn="l">
              <a:buNone/>
            </a:pPr>
            <a:endParaRPr lang="pt-BR" sz="18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Midnightblue">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2"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3"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3B1AE33-010A-49BD-8C06-7F89EB5DB14B}" type="slidenum">
              <a:t>&lt;#&gt;</a:t>
            </a:fld>
          </a:p>
        </p:txBody>
      </p:sp>
      <p:sp>
        <p:nvSpPr>
          <p:cNvPr id="7" name="PlaceHolder 6"/>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1-title-Slide-de-Título">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4"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5"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CF7993AE-4D19-436C-9692-5D4517B70FB9}" type="slidenum">
              <a:t>&lt;#&gt;</a:t>
            </a:fld>
          </a:p>
        </p:txBody>
      </p:sp>
      <p:sp>
        <p:nvSpPr>
          <p:cNvPr id="7" name="PlaceHolder 6"/>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2-obj-Título-e-Conteúdo">
    <p:bg>
      <p:bgPr>
        <a:solidFill>
          <a:srgbClr val="FFFFFF"/>
        </a:solidFill>
      </p:bgPr>
    </p:bg>
    <p:spTree>
      <p:nvGrpSpPr>
        <p:cNvPr id="1" name=""/>
        <p:cNvGrpSpPr/>
        <p:nvPr/>
      </p:nvGrpSpPr>
      <p:grpSpPr>
        <a:xfrm>
          <a:off x="0" y="0"/>
          <a:ext cx="0" cy="0"/>
          <a:chOff x="0" y="0"/>
          <a:chExt cx="0" cy="0"/>
        </a:xfrm>
      </p:grpSpPr>
      <p:sp>
        <p:nvSpPr>
          <p:cNvPr id="26"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7"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8"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9" name="PlaceHolder 1"/>
          <p:cNvSpPr>
            <a:spLocks noGrp="1"/>
          </p:cNvSpPr>
          <p:nvPr>
            <p:ph type="title"/>
          </p:nvPr>
        </p:nvSpPr>
        <p:spPr>
          <a:xfrm>
            <a:off x="504000" y="561600"/>
            <a:ext cx="9070920" cy="274680"/>
          </a:xfrm>
          <a:prstGeom prst="rect">
            <a:avLst/>
          </a:prstGeom>
          <a:noFill/>
          <a:ln w="12600">
            <a:noFill/>
          </a:ln>
        </p:spPr>
        <p:txBody>
          <a:bodyPr lIns="0" tIns="0" rIns="0" bIns="0" anchor="ctr">
            <a:spAutoFit/>
          </a:bodyPr>
          <a:lstStyle>
            <a:lvl1pPr indent="0" algn="l">
              <a:lnSpc>
                <a:spcPct val="100000"/>
              </a:lnSpc>
              <a:buNone/>
              <a:tabLst>
                <a:tab pos="0" algn="l"/>
              </a:tabLst>
              <a:defRPr lang="pt-BR" sz="1800" b="0" u="none" strike="noStrike">
                <a:solidFill>
                  <a:srgbClr val="000000"/>
                </a:solidFill>
                <a:effectLst/>
                <a:uFillTx/>
                <a:latin typeface="Arial"/>
              </a:defRPr>
            </a:lvl1pPr>
          </a:lstStyle>
          <a:p>
            <a:pPr indent="0" algn="l">
              <a:lnSpc>
                <a:spcPct val="100000"/>
              </a:lnSpc>
              <a:buNone/>
              <a:tabLst>
                <a:tab pos="0" algn="l"/>
              </a:tabLst>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0" name="PlaceHolder 2"/>
          <p:cNvSpPr>
            <a:spLocks noGrp="1"/>
          </p:cNvSpPr>
          <p:nvPr>
            <p:ph type="body"/>
          </p:nvPr>
        </p:nvSpPr>
        <p:spPr>
          <a:xfrm>
            <a:off x="504000" y="1326600"/>
            <a:ext cx="4425840" cy="1567440"/>
          </a:xfrm>
          <a:prstGeom prst="rect">
            <a:avLst/>
          </a:prstGeom>
          <a:noFill/>
          <a:ln w="12600">
            <a:noFill/>
          </a:ln>
        </p:spPr>
        <p:txBody>
          <a:bodyPr lIns="0" tIns="0" rIns="0" bIns="0" anchor="t">
            <a:normAutofit fontScale="70000" lnSpcReduction="19999"/>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1" name="PlaceHolder 3"/>
          <p:cNvSpPr>
            <a:spLocks noGrp="1"/>
          </p:cNvSpPr>
          <p:nvPr>
            <p:ph type="body"/>
          </p:nvPr>
        </p:nvSpPr>
        <p:spPr>
          <a:xfrm>
            <a:off x="5152680" y="1326600"/>
            <a:ext cx="4425840" cy="1567440"/>
          </a:xfrm>
          <a:prstGeom prst="rect">
            <a:avLst/>
          </a:prstGeom>
          <a:noFill/>
          <a:ln w="12600">
            <a:noFill/>
          </a:ln>
        </p:spPr>
        <p:txBody>
          <a:bodyPr lIns="0" tIns="0" rIns="0" bIns="0" anchor="t">
            <a:normAutofit fontScale="70000" lnSpcReduction="19999"/>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2" name="PlaceHolder 4"/>
          <p:cNvSpPr>
            <a:spLocks noGrp="1"/>
          </p:cNvSpPr>
          <p:nvPr>
            <p:ph type="body"/>
          </p:nvPr>
        </p:nvSpPr>
        <p:spPr>
          <a:xfrm>
            <a:off x="504000" y="3044520"/>
            <a:ext cx="4425840" cy="1567440"/>
          </a:xfrm>
          <a:prstGeom prst="rect">
            <a:avLst/>
          </a:prstGeom>
          <a:noFill/>
          <a:ln w="12600">
            <a:noFill/>
          </a:ln>
        </p:spPr>
        <p:txBody>
          <a:bodyPr lIns="0" tIns="0" rIns="0" bIns="0" anchor="t">
            <a:normAutofit fontScale="70000" lnSpcReduction="19999"/>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3" name="PlaceHolder 5"/>
          <p:cNvSpPr>
            <a:spLocks noGrp="1"/>
          </p:cNvSpPr>
          <p:nvPr>
            <p:ph type="body"/>
          </p:nvPr>
        </p:nvSpPr>
        <p:spPr>
          <a:xfrm>
            <a:off x="5152680" y="3044520"/>
            <a:ext cx="4425840" cy="1567440"/>
          </a:xfrm>
          <a:prstGeom prst="rect">
            <a:avLst/>
          </a:prstGeom>
          <a:noFill/>
          <a:ln w="12600">
            <a:noFill/>
          </a:ln>
        </p:spPr>
        <p:txBody>
          <a:bodyPr lIns="0" tIns="0" rIns="0" bIns="0" anchor="t">
            <a:normAutofit fontScale="70000" lnSpcReduction="19999"/>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4" name="PlaceHolder 6"/>
          <p:cNvSpPr>
            <a:spLocks noGrp="1"/>
          </p:cNvSpPr>
          <p:nvPr>
            <p:ph type="ftr" idx="7"/>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5" name="PlaceHolder 7"/>
          <p:cNvSpPr>
            <a:spLocks noGrp="1"/>
          </p:cNvSpPr>
          <p:nvPr>
            <p:ph type="sldNum" idx="8"/>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8CDADBF2-77D8-4BB1-81CA-8F485CE48A0E}"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6" name="PlaceHolder 8"/>
          <p:cNvSpPr>
            <a:spLocks noGrp="1"/>
          </p:cNvSpPr>
          <p:nvPr>
            <p:ph type="dt" idx="9"/>
          </p:nvPr>
        </p:nvSpPr>
        <p:spPr>
          <a:xfrm>
            <a:off x="360000" y="5400000"/>
            <a:ext cx="287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adrão">
    <p:bg>
      <p:bgPr>
        <a:solidFill>
          <a:srgbClr val="FFFFFF"/>
        </a:solidFill>
      </p:bgPr>
    </p:bg>
    <p:spTree>
      <p:nvGrpSpPr>
        <p:cNvPr id="1" name=""/>
        <p:cNvGrpSpPr/>
        <p:nvPr/>
      </p:nvGrpSpPr>
      <p:grpSpPr>
        <a:xfrm>
          <a:off x="0" y="0"/>
          <a:ext cx="0" cy="0"/>
          <a:chOff x="0" y="0"/>
          <a:chExt cx="0" cy="0"/>
        </a:xfrm>
      </p:grpSpPr>
      <p:sp>
        <p:nvSpPr>
          <p:cNvPr id="37"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8"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9"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40" name="PlaceHolder 1"/>
          <p:cNvSpPr>
            <a:spLocks noGrp="1"/>
          </p:cNvSpPr>
          <p:nvPr>
            <p:ph type="title"/>
          </p:nvPr>
        </p:nvSpPr>
        <p:spPr>
          <a:xfrm>
            <a:off x="504000" y="561600"/>
            <a:ext cx="9070920" cy="274680"/>
          </a:xfrm>
          <a:prstGeom prst="rect">
            <a:avLst/>
          </a:prstGeom>
          <a:noFill/>
          <a:ln w="12600">
            <a:noFill/>
          </a:ln>
        </p:spPr>
        <p:txBody>
          <a:bodyPr lIns="0" tIns="0" rIns="0" bIns="0" anchor="ctr">
            <a:spAutoFit/>
          </a:bodyPr>
          <a:lstStyle>
            <a:lvl1pPr indent="0" algn="l">
              <a:lnSpc>
                <a:spcPct val="100000"/>
              </a:lnSpc>
              <a:buNone/>
              <a:tabLst>
                <a:tab pos="0" algn="l"/>
              </a:tabLst>
              <a:defRPr lang="pt-BR" sz="1800" b="0" u="none" strike="noStrike">
                <a:solidFill>
                  <a:srgbClr val="000000"/>
                </a:solidFill>
                <a:effectLst/>
                <a:uFillTx/>
                <a:latin typeface="Arial"/>
              </a:defRPr>
            </a:lvl1pPr>
          </a:lstStyle>
          <a:p>
            <a:pPr indent="0" algn="l">
              <a:lnSpc>
                <a:spcPct val="100000"/>
              </a:lnSpc>
              <a:buNone/>
              <a:tabLst>
                <a:tab pos="0" algn="l"/>
              </a:tabLst>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41" name="PlaceHolder 2"/>
          <p:cNvSpPr>
            <a:spLocks noGrp="1"/>
          </p:cNvSpPr>
          <p:nvPr>
            <p:ph type="body"/>
          </p:nvPr>
        </p:nvSpPr>
        <p:spPr>
          <a:xfrm>
            <a:off x="504000" y="1326600"/>
            <a:ext cx="9070920" cy="3287520"/>
          </a:xfrm>
          <a:prstGeom prst="rect">
            <a:avLst/>
          </a:prstGeom>
          <a:noFill/>
          <a:ln w="1260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42" name="PlaceHolder 3"/>
          <p:cNvSpPr>
            <a:spLocks noGrp="1"/>
          </p:cNvSpPr>
          <p:nvPr>
            <p:ph type="ftr" idx="10"/>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3" name="PlaceHolder 4"/>
          <p:cNvSpPr>
            <a:spLocks noGrp="1"/>
          </p:cNvSpPr>
          <p:nvPr>
            <p:ph type="sldNum" idx="11"/>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5EBEDB4E-DEE2-4AD3-B154-4F80265AA3D3}"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44" name="PlaceHolder 5"/>
          <p:cNvSpPr>
            <a:spLocks noGrp="1"/>
          </p:cNvSpPr>
          <p:nvPr>
            <p:ph type="dt" idx="12"/>
          </p:nvPr>
        </p:nvSpPr>
        <p:spPr>
          <a:xfrm>
            <a:off x="360000" y="5400000"/>
            <a:ext cx="287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Padrão 1">
    <p:bg>
      <p:bgPr>
        <a:solidFill>
          <a:srgbClr val="FFFFFF"/>
        </a:solidFill>
      </p:bgPr>
    </p:bg>
    <p:spTree>
      <p:nvGrpSpPr>
        <p:cNvPr id="1" name=""/>
        <p:cNvGrpSpPr/>
        <p:nvPr/>
      </p:nvGrpSpPr>
      <p:grpSpPr>
        <a:xfrm>
          <a:off x="0" y="0"/>
          <a:ext cx="0" cy="0"/>
          <a:chOff x="0" y="0"/>
          <a:chExt cx="0" cy="0"/>
        </a:xfrm>
      </p:grpSpPr>
      <p:sp>
        <p:nvSpPr>
          <p:cNvPr id="45"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46"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47"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48" name="PlaceHolder 1"/>
          <p:cNvSpPr>
            <a:spLocks noGrp="1"/>
          </p:cNvSpPr>
          <p:nvPr>
            <p:ph type="title"/>
          </p:nvPr>
        </p:nvSpPr>
        <p:spPr>
          <a:xfrm>
            <a:off x="504000" y="561600"/>
            <a:ext cx="9070920" cy="274680"/>
          </a:xfrm>
          <a:prstGeom prst="rect">
            <a:avLst/>
          </a:prstGeom>
          <a:noFill/>
          <a:ln w="12600">
            <a:noFill/>
          </a:ln>
        </p:spPr>
        <p:txBody>
          <a:bodyPr lIns="0" tIns="0" rIns="0" bIns="0" anchor="ctr">
            <a:spAutoFit/>
          </a:bodyPr>
          <a:lstStyle>
            <a:lvl1pPr indent="0" algn="l">
              <a:lnSpc>
                <a:spcPct val="100000"/>
              </a:lnSpc>
              <a:buNone/>
              <a:tabLst>
                <a:tab pos="0" algn="l"/>
              </a:tabLst>
              <a:defRPr lang="pt-BR" sz="1800" b="0" u="none" strike="noStrike">
                <a:solidFill>
                  <a:srgbClr val="000000"/>
                </a:solidFill>
                <a:effectLst/>
                <a:uFillTx/>
                <a:latin typeface="Arial"/>
              </a:defRPr>
            </a:lvl1pPr>
          </a:lstStyle>
          <a:p>
            <a:pPr indent="0" algn="l">
              <a:lnSpc>
                <a:spcPct val="100000"/>
              </a:lnSpc>
              <a:buNone/>
              <a:tabLst>
                <a:tab pos="0" algn="l"/>
              </a:tabLst>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49" name="PlaceHolder 2"/>
          <p:cNvSpPr>
            <a:spLocks noGrp="1"/>
          </p:cNvSpPr>
          <p:nvPr>
            <p:ph type="body"/>
          </p:nvPr>
        </p:nvSpPr>
        <p:spPr>
          <a:xfrm>
            <a:off x="504000" y="1326600"/>
            <a:ext cx="9070920" cy="3287520"/>
          </a:xfrm>
          <a:prstGeom prst="rect">
            <a:avLst/>
          </a:prstGeom>
          <a:noFill/>
          <a:ln w="1260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50" name="PlaceHolder 3"/>
          <p:cNvSpPr>
            <a:spLocks noGrp="1"/>
          </p:cNvSpPr>
          <p:nvPr>
            <p:ph type="body"/>
          </p:nvPr>
        </p:nvSpPr>
        <p:spPr>
          <a:xfrm>
            <a:off x="504000" y="1326600"/>
            <a:ext cx="9070920" cy="3287520"/>
          </a:xfrm>
          <a:prstGeom prst="rect">
            <a:avLst/>
          </a:prstGeom>
          <a:noFill/>
          <a:ln w="1260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pt-BR"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pt-BR"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pt-BR"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pt-BR"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pt-BR"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51" name="PlaceHolder 4"/>
          <p:cNvSpPr>
            <a:spLocks noGrp="1"/>
          </p:cNvSpPr>
          <p:nvPr>
            <p:ph type="ftr" idx="13"/>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52" name="PlaceHolder 5"/>
          <p:cNvSpPr>
            <a:spLocks noGrp="1"/>
          </p:cNvSpPr>
          <p:nvPr>
            <p:ph type="sldNum" idx="14"/>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7EFAB776-F9F4-4530-91D3-DF0C8E522C5E}"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53" name="PlaceHolder 6"/>
          <p:cNvSpPr>
            <a:spLocks noGrp="1"/>
          </p:cNvSpPr>
          <p:nvPr>
            <p:ph type="dt" idx="15"/>
          </p:nvPr>
        </p:nvSpPr>
        <p:spPr>
          <a:xfrm>
            <a:off x="360000" y="5400000"/>
            <a:ext cx="287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3-secHead-Cabeçalho-da-Seção">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64"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65"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CFBFF721-51EE-45CF-BEEB-3735C886AD37}" type="slidenum">
              <a:t>&lt;#&gt;</a:t>
            </a:fld>
          </a:p>
        </p:txBody>
      </p:sp>
      <p:sp>
        <p:nvSpPr>
          <p:cNvPr id="7" name="PlaceHolder 6"/>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4-twoObj-Duas-Partes-de-Conteúdo">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76"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77"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318F43D8-6F41-407D-A4E7-8B2CF7B21B9B}" type="slidenum">
              <a:t>&lt;#&gt;</a:t>
            </a:fld>
          </a:p>
        </p:txBody>
      </p:sp>
      <p:sp>
        <p:nvSpPr>
          <p:cNvPr id="7" name="PlaceHolder 6"/>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5-twoTxTwoObj-Comparação">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88"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89"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F3A0A22B-3F8F-45E1-93D1-7CD46281844A}" type="slidenum">
              <a:t>&lt;#&gt;</a:t>
            </a:fld>
          </a:p>
        </p:txBody>
      </p:sp>
      <p:sp>
        <p:nvSpPr>
          <p:cNvPr id="7" name="PlaceHolder 6"/>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6-titleOnly-Somente-Título">
    <p:spTree>
      <p:nvGrpSpPr>
        <p:cNvPr id="1" name=""/>
        <p:cNvGrpSpPr/>
        <p:nvPr/>
      </p:nvGrpSpPr>
      <p:grpSpPr>
        <a:xfrm>
          <a:off x="0" y="0"/>
          <a:ext cx="0" cy="0"/>
          <a:chOff x="0" y="0"/>
          <a:chExt cx="0" cy="0"/>
        </a:xfrm>
      </p:grpSpPr>
      <p:sp>
        <p:nvSpPr>
          <p:cNvPr id="99"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00"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01"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117DE440-7F0A-418C-A5DC-2E11D949ED76}" type="slidenum">
              <a:t>&lt;#&gt;</a:t>
            </a:fld>
          </a:p>
        </p:txBody>
      </p:sp>
      <p:sp>
        <p:nvSpPr>
          <p:cNvPr id="7" name="PlaceHolder 6"/>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7-blank-Em-Branco">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12"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13"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7662BAFB-65C0-4015-B11E-31200EBFCB52}" type="slidenum">
              <a:t>&lt;#&gt;</a:t>
            </a:fld>
          </a:p>
        </p:txBody>
      </p:sp>
      <p:sp>
        <p:nvSpPr>
          <p:cNvPr id="7" name="PlaceHolder 6"/>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1-Layout7-blank-Em-Branco">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15" name="PlaceHolder 2"/>
          <p:cNvSpPr>
            <a:spLocks noGrp="1"/>
          </p:cNvSpPr>
          <p:nvPr>
            <p:ph type="subTitle"/>
          </p:nvPr>
        </p:nvSpPr>
        <p:spPr>
          <a:xfrm>
            <a:off x="504000" y="1326600"/>
            <a:ext cx="9070920" cy="3287520"/>
          </a:xfrm>
          <a:prstGeom prst="rect">
            <a:avLst/>
          </a:prstGeom>
          <a:noFill/>
          <a:ln w="0">
            <a:noFill/>
          </a:ln>
        </p:spPr>
        <p:txBody>
          <a:bodyPr lIns="0" tIns="0" rIns="0" bIns="0" anchor="ctr">
            <a:spAutoFit/>
          </a:bodyPr>
          <a:p>
            <a:pPr indent="0" algn="ctr">
              <a:buNone/>
            </a:pPr>
            <a:endParaRPr lang="pt-BR" sz="3200" b="0" u="none" strike="noStrik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34E7C03F-C447-4CC1-8852-E82026DCC030}" type="slidenum">
              <a:t>&lt;#&gt;</a:t>
            </a:fld>
          </a:p>
        </p:txBody>
      </p:sp>
      <p:sp>
        <p:nvSpPr>
          <p:cNvPr id="6" name="PlaceHolder 5"/>
          <p:cNvSpPr>
            <a:spLocks noGrp="1"/>
          </p:cNvSpPr>
          <p:nvPr>
            <p:ph type="dt" idx="30"/>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8-objTx-Conteúdo-com-Legenda">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26"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27"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31"/>
          </p:nvPr>
        </p:nvSpPr>
        <p:spPr/>
        <p:txBody>
          <a:bodyPr/>
          <a:p>
            <a:r>
              <a:t>Footer</a:t>
            </a:r>
          </a:p>
        </p:txBody>
      </p:sp>
      <p:sp>
        <p:nvSpPr>
          <p:cNvPr id="6" name="PlaceHolder 5"/>
          <p:cNvSpPr>
            <a:spLocks noGrp="1"/>
          </p:cNvSpPr>
          <p:nvPr>
            <p:ph type="sldNum" idx="32"/>
          </p:nvPr>
        </p:nvSpPr>
        <p:spPr/>
        <p:txBody>
          <a:bodyPr/>
          <a:p>
            <a:fld id="{8F86F5D4-F29C-42EE-8286-D1024A47C596}" type="slidenum">
              <a:t>&lt;#&gt;</a:t>
            </a:fld>
          </a:p>
        </p:txBody>
      </p:sp>
      <p:sp>
        <p:nvSpPr>
          <p:cNvPr id="7" name="PlaceHolder 6"/>
          <p:cNvSpPr>
            <a:spLocks noGrp="1"/>
          </p:cNvSpPr>
          <p:nvPr>
            <p:ph type="dt" idx="33"/>
          </p:nvPr>
        </p:nvSpPr>
        <p:spPr/>
        <p:txBody>
          <a:bodyPr/>
          <a:p>
            <a:r>
              <a:rPr lang="pt-B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9-picTx-Imagem-com-Legenda">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38"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39"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34"/>
          </p:nvPr>
        </p:nvSpPr>
        <p:spPr/>
        <p:txBody>
          <a:bodyPr/>
          <a:p>
            <a:r>
              <a:t>Footer</a:t>
            </a:r>
          </a:p>
        </p:txBody>
      </p:sp>
      <p:sp>
        <p:nvSpPr>
          <p:cNvPr id="6" name="PlaceHolder 5"/>
          <p:cNvSpPr>
            <a:spLocks noGrp="1"/>
          </p:cNvSpPr>
          <p:nvPr>
            <p:ph type="sldNum" idx="35"/>
          </p:nvPr>
        </p:nvSpPr>
        <p:spPr/>
        <p:txBody>
          <a:bodyPr/>
          <a:p>
            <a:fld id="{9A2AD089-1DC6-4727-B1F0-F137BC7B1893}" type="slidenum">
              <a:t>&lt;#&gt;</a:t>
            </a:fld>
          </a:p>
        </p:txBody>
      </p:sp>
      <p:sp>
        <p:nvSpPr>
          <p:cNvPr id="7" name="PlaceHolder 6"/>
          <p:cNvSpPr>
            <a:spLocks noGrp="1"/>
          </p:cNvSpPr>
          <p:nvPr>
            <p:ph type="dt" idx="36"/>
          </p:nvPr>
        </p:nvSpPr>
        <p:spPr/>
        <p:txBody>
          <a:bodyPr/>
          <a:p>
            <a:r>
              <a:rPr lang="pt-B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10-vertTx-Título-e-Texto-Vertical">
    <p:spTree>
      <p:nvGrpSpPr>
        <p:cNvPr id="1" name=""/>
        <p:cNvGrpSpPr/>
        <p:nvPr/>
      </p:nvGrpSpPr>
      <p:grpSpPr>
        <a:xfrm>
          <a:off x="0" y="0"/>
          <a:ext cx="0" cy="0"/>
          <a:chOff x="0" y="0"/>
          <a:chExt cx="0" cy="0"/>
        </a:xfrm>
      </p:grpSpPr>
      <p:sp>
        <p:nvSpPr>
          <p:cNvPr id="149"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50"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51"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37"/>
          </p:nvPr>
        </p:nvSpPr>
        <p:spPr/>
        <p:txBody>
          <a:bodyPr/>
          <a:p>
            <a:r>
              <a:t>Footer</a:t>
            </a:r>
          </a:p>
        </p:txBody>
      </p:sp>
      <p:sp>
        <p:nvSpPr>
          <p:cNvPr id="6" name="PlaceHolder 5"/>
          <p:cNvSpPr>
            <a:spLocks noGrp="1"/>
          </p:cNvSpPr>
          <p:nvPr>
            <p:ph type="sldNum" idx="38"/>
          </p:nvPr>
        </p:nvSpPr>
        <p:spPr/>
        <p:txBody>
          <a:bodyPr/>
          <a:p>
            <a:fld id="{0A4A1AD2-950A-4BDC-9530-1D82D0BC7327}" type="slidenum">
              <a:t>&lt;#&gt;</a:t>
            </a:fld>
          </a:p>
        </p:txBody>
      </p:sp>
      <p:sp>
        <p:nvSpPr>
          <p:cNvPr id="7" name="PlaceHolder 6"/>
          <p:cNvSpPr>
            <a:spLocks noGrp="1"/>
          </p:cNvSpPr>
          <p:nvPr>
            <p:ph type="dt" idx="39"/>
          </p:nvPr>
        </p:nvSpPr>
        <p:spPr/>
        <p:txBody>
          <a:bodyPr/>
          <a:p>
            <a:r>
              <a:rPr lang="pt-B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11-vertTitleAndTx-Texto-e-Título-Vertical">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62"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63"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0C6B0A3F-33E5-4C2A-9EDE-6ECE09011DD9}" type="slidenum">
              <a:t>&lt;#&gt;</a:t>
            </a:fld>
          </a:p>
        </p:txBody>
      </p:sp>
      <p:sp>
        <p:nvSpPr>
          <p:cNvPr id="7" name="PlaceHolder 6"/>
          <p:cNvSpPr>
            <a:spLocks noGrp="1"/>
          </p:cNvSpPr>
          <p:nvPr>
            <p:ph type="dt" idx="42"/>
          </p:nvPr>
        </p:nvSpPr>
        <p:spPr/>
        <p:txBody>
          <a:bodyPr/>
          <a:p>
            <a:r>
              <a:rPr lang="pt-B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Midnightblue1">
    <p:spTree>
      <p:nvGrpSpPr>
        <p:cNvPr id="1" name=""/>
        <p:cNvGrpSpPr/>
        <p:nvPr/>
      </p:nvGrpSpPr>
      <p:grpSpPr>
        <a:xfrm>
          <a:off x="0" y="0"/>
          <a:ext cx="0" cy="0"/>
          <a:chOff x="0" y="0"/>
          <a:chExt cx="0" cy="0"/>
        </a:xfrm>
      </p:grpSpPr>
      <p:sp>
        <p:nvSpPr>
          <p:cNvPr id="172"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73"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74"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43"/>
          </p:nvPr>
        </p:nvSpPr>
        <p:spPr/>
        <p:txBody>
          <a:bodyPr/>
          <a:p>
            <a:r>
              <a:t>Footer</a:t>
            </a:r>
          </a:p>
        </p:txBody>
      </p:sp>
      <p:sp>
        <p:nvSpPr>
          <p:cNvPr id="6" name="PlaceHolder 5"/>
          <p:cNvSpPr>
            <a:spLocks noGrp="1"/>
          </p:cNvSpPr>
          <p:nvPr>
            <p:ph type="sldNum" idx="44"/>
          </p:nvPr>
        </p:nvSpPr>
        <p:spPr/>
        <p:txBody>
          <a:bodyPr/>
          <a:p>
            <a:fld id="{51110A94-B6DF-43AD-99C4-10F2EEC4A5A3}" type="slidenum">
              <a:t>&lt;#&gt;</a:t>
            </a:fld>
          </a:p>
        </p:txBody>
      </p:sp>
      <p:sp>
        <p:nvSpPr>
          <p:cNvPr id="7" name="PlaceHolder 6"/>
          <p:cNvSpPr>
            <a:spLocks noGrp="1"/>
          </p:cNvSpPr>
          <p:nvPr>
            <p:ph type="dt" idx="45"/>
          </p:nvPr>
        </p:nvSpPr>
        <p:spPr/>
        <p:txBody>
          <a:bodyPr/>
          <a:p>
            <a:r>
              <a:rPr lang="pt-B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1-title-Slide-de-Título">
    <p:spTree>
      <p:nvGrpSpPr>
        <p:cNvPr id="1" name=""/>
        <p:cNvGrpSpPr/>
        <p:nvPr/>
      </p:nvGrpSpPr>
      <p:grpSpPr>
        <a:xfrm>
          <a:off x="0" y="0"/>
          <a:ext cx="0" cy="0"/>
          <a:chOff x="0" y="0"/>
          <a:chExt cx="0" cy="0"/>
        </a:xfrm>
      </p:grpSpPr>
      <p:sp>
        <p:nvSpPr>
          <p:cNvPr id="183"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84"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85"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46"/>
          </p:nvPr>
        </p:nvSpPr>
        <p:spPr/>
        <p:txBody>
          <a:bodyPr/>
          <a:p>
            <a:r>
              <a:t>Footer</a:t>
            </a:r>
          </a:p>
        </p:txBody>
      </p:sp>
      <p:sp>
        <p:nvSpPr>
          <p:cNvPr id="6" name="PlaceHolder 5"/>
          <p:cNvSpPr>
            <a:spLocks noGrp="1"/>
          </p:cNvSpPr>
          <p:nvPr>
            <p:ph type="sldNum" idx="47"/>
          </p:nvPr>
        </p:nvSpPr>
        <p:spPr/>
        <p:txBody>
          <a:bodyPr/>
          <a:p>
            <a:fld id="{ED57F277-FB4C-40E2-9803-A5CE256B4931}" type="slidenum">
              <a:t>&lt;#&gt;</a:t>
            </a:fld>
          </a:p>
        </p:txBody>
      </p:sp>
      <p:sp>
        <p:nvSpPr>
          <p:cNvPr id="7" name="PlaceHolder 6"/>
          <p:cNvSpPr>
            <a:spLocks noGrp="1"/>
          </p:cNvSpPr>
          <p:nvPr>
            <p:ph type="dt" idx="48"/>
          </p:nvPr>
        </p:nvSpPr>
        <p:spPr/>
        <p:txBody>
          <a:bodyPr/>
          <a:p>
            <a:r>
              <a:rPr lang="pt-B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2-obj-Título-e-Conteúdo">
    <p:spTree>
      <p:nvGrpSpPr>
        <p:cNvPr id="1" name=""/>
        <p:cNvGrpSpPr/>
        <p:nvPr/>
      </p:nvGrpSpPr>
      <p:grpSpPr>
        <a:xfrm>
          <a:off x="0" y="0"/>
          <a:ext cx="0" cy="0"/>
          <a:chOff x="0" y="0"/>
          <a:chExt cx="0" cy="0"/>
        </a:xfrm>
      </p:grpSpPr>
      <p:sp>
        <p:nvSpPr>
          <p:cNvPr id="194"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195"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196"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49"/>
          </p:nvPr>
        </p:nvSpPr>
        <p:spPr/>
        <p:txBody>
          <a:bodyPr/>
          <a:p>
            <a:r>
              <a:t>Footer</a:t>
            </a:r>
          </a:p>
        </p:txBody>
      </p:sp>
      <p:sp>
        <p:nvSpPr>
          <p:cNvPr id="6" name="PlaceHolder 5"/>
          <p:cNvSpPr>
            <a:spLocks noGrp="1"/>
          </p:cNvSpPr>
          <p:nvPr>
            <p:ph type="sldNum" idx="50"/>
          </p:nvPr>
        </p:nvSpPr>
        <p:spPr/>
        <p:txBody>
          <a:bodyPr/>
          <a:p>
            <a:fld id="{2B4376F5-DAFD-43D6-9CB4-E7687349B781}" type="slidenum">
              <a:t>&lt;#&gt;</a:t>
            </a:fld>
          </a:p>
        </p:txBody>
      </p:sp>
      <p:sp>
        <p:nvSpPr>
          <p:cNvPr id="7" name="PlaceHolder 6"/>
          <p:cNvSpPr>
            <a:spLocks noGrp="1"/>
          </p:cNvSpPr>
          <p:nvPr>
            <p:ph type="dt" idx="51"/>
          </p:nvPr>
        </p:nvSpPr>
        <p:spPr/>
        <p:txBody>
          <a:bodyPr/>
          <a:p>
            <a:r>
              <a:rPr lang="pt-B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3-secHead-Cabeçalho-da-Seção">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06"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07"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52"/>
          </p:nvPr>
        </p:nvSpPr>
        <p:spPr/>
        <p:txBody>
          <a:bodyPr/>
          <a:p>
            <a:r>
              <a:t>Footer</a:t>
            </a:r>
          </a:p>
        </p:txBody>
      </p:sp>
      <p:sp>
        <p:nvSpPr>
          <p:cNvPr id="6" name="PlaceHolder 5"/>
          <p:cNvSpPr>
            <a:spLocks noGrp="1"/>
          </p:cNvSpPr>
          <p:nvPr>
            <p:ph type="sldNum" idx="53"/>
          </p:nvPr>
        </p:nvSpPr>
        <p:spPr/>
        <p:txBody>
          <a:bodyPr/>
          <a:p>
            <a:fld id="{F891BDC2-565C-4DB8-BB0C-B698A0EF6DCE}" type="slidenum">
              <a:t>&lt;#&gt;</a:t>
            </a:fld>
          </a:p>
        </p:txBody>
      </p:sp>
      <p:sp>
        <p:nvSpPr>
          <p:cNvPr id="7" name="PlaceHolder 6"/>
          <p:cNvSpPr>
            <a:spLocks noGrp="1"/>
          </p:cNvSpPr>
          <p:nvPr>
            <p:ph type="dt" idx="54"/>
          </p:nvPr>
        </p:nvSpPr>
        <p:spPr/>
        <p:txBody>
          <a:bodyPr/>
          <a:p>
            <a:r>
              <a:rPr lang="pt-B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4-twoObj-Duas-Partes-de-Conteúdo">
    <p:spTree>
      <p:nvGrpSpPr>
        <p:cNvPr id="1" name=""/>
        <p:cNvGrpSpPr/>
        <p:nvPr/>
      </p:nvGrpSpPr>
      <p:grpSpPr>
        <a:xfrm>
          <a:off x="0" y="0"/>
          <a:ext cx="0" cy="0"/>
          <a:chOff x="0" y="0"/>
          <a:chExt cx="0" cy="0"/>
        </a:xfrm>
      </p:grpSpPr>
      <p:sp>
        <p:nvSpPr>
          <p:cNvPr id="216"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17"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18"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55"/>
          </p:nvPr>
        </p:nvSpPr>
        <p:spPr/>
        <p:txBody>
          <a:bodyPr/>
          <a:p>
            <a:r>
              <a:t>Footer</a:t>
            </a:r>
          </a:p>
        </p:txBody>
      </p:sp>
      <p:sp>
        <p:nvSpPr>
          <p:cNvPr id="6" name="PlaceHolder 5"/>
          <p:cNvSpPr>
            <a:spLocks noGrp="1"/>
          </p:cNvSpPr>
          <p:nvPr>
            <p:ph type="sldNum" idx="56"/>
          </p:nvPr>
        </p:nvSpPr>
        <p:spPr/>
        <p:txBody>
          <a:bodyPr/>
          <a:p>
            <a:fld id="{5D644FF0-F14F-47D2-BE5F-7994CE68D665}" type="slidenum">
              <a:t>&lt;#&gt;</a:t>
            </a:fld>
          </a:p>
        </p:txBody>
      </p:sp>
      <p:sp>
        <p:nvSpPr>
          <p:cNvPr id="7" name="PlaceHolder 6"/>
          <p:cNvSpPr>
            <a:spLocks noGrp="1"/>
          </p:cNvSpPr>
          <p:nvPr>
            <p:ph type="dt" idx="57"/>
          </p:nvPr>
        </p:nvSpPr>
        <p:spPr/>
        <p:txBody>
          <a:bodyPr/>
          <a:p>
            <a:r>
              <a:rPr lang="pt-B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5-twoTxTwoObj-Comparação">
    <p:spTree>
      <p:nvGrpSpPr>
        <p:cNvPr id="1" name=""/>
        <p:cNvGrpSpPr/>
        <p:nvPr/>
      </p:nvGrpSpPr>
      <p:grpSpPr>
        <a:xfrm>
          <a:off x="0" y="0"/>
          <a:ext cx="0" cy="0"/>
          <a:chOff x="0" y="0"/>
          <a:chExt cx="0" cy="0"/>
        </a:xfrm>
      </p:grpSpPr>
      <p:sp>
        <p:nvSpPr>
          <p:cNvPr id="227"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28"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29"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869CA714-24B5-4D81-87E0-D8B491932988}" type="slidenum">
              <a:t>&lt;#&gt;</a:t>
            </a:fld>
          </a:p>
        </p:txBody>
      </p:sp>
      <p:sp>
        <p:nvSpPr>
          <p:cNvPr id="7" name="PlaceHolder 6"/>
          <p:cNvSpPr>
            <a:spLocks noGrp="1"/>
          </p:cNvSpPr>
          <p:nvPr>
            <p:ph type="dt" idx="60"/>
          </p:nvPr>
        </p:nvSpPr>
        <p:spPr/>
        <p:txBody>
          <a:bodyPr/>
          <a:p>
            <a:r>
              <a:rPr lang="pt-B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6-titleOnly-Somente-Título">
    <p:spTree>
      <p:nvGrpSpPr>
        <p:cNvPr id="1" name=""/>
        <p:cNvGrpSpPr/>
        <p:nvPr/>
      </p:nvGrpSpPr>
      <p:grpSpPr>
        <a:xfrm>
          <a:off x="0" y="0"/>
          <a:ext cx="0" cy="0"/>
          <a:chOff x="0" y="0"/>
          <a:chExt cx="0" cy="0"/>
        </a:xfrm>
      </p:grpSpPr>
      <p:sp>
        <p:nvSpPr>
          <p:cNvPr id="238"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39"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40"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61"/>
          </p:nvPr>
        </p:nvSpPr>
        <p:spPr/>
        <p:txBody>
          <a:bodyPr/>
          <a:p>
            <a:r>
              <a:t>Footer</a:t>
            </a:r>
          </a:p>
        </p:txBody>
      </p:sp>
      <p:sp>
        <p:nvSpPr>
          <p:cNvPr id="6" name="PlaceHolder 5"/>
          <p:cNvSpPr>
            <a:spLocks noGrp="1"/>
          </p:cNvSpPr>
          <p:nvPr>
            <p:ph type="sldNum" idx="62"/>
          </p:nvPr>
        </p:nvSpPr>
        <p:spPr/>
        <p:txBody>
          <a:bodyPr/>
          <a:p>
            <a:fld id="{6B5BE1EF-18B7-4C7F-998B-5E8BE7D4E466}" type="slidenum">
              <a:t>&lt;#&gt;</a:t>
            </a:fld>
          </a:p>
        </p:txBody>
      </p:sp>
      <p:sp>
        <p:nvSpPr>
          <p:cNvPr id="7" name="PlaceHolder 6"/>
          <p:cNvSpPr>
            <a:spLocks noGrp="1"/>
          </p:cNvSpPr>
          <p:nvPr>
            <p:ph type="dt" idx="63"/>
          </p:nvPr>
        </p:nvSpPr>
        <p:spPr/>
        <p:txBody>
          <a:bodyPr/>
          <a:p>
            <a:r>
              <a:rPr lang="pt-B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7-blank-Em-Branco">
    <p:spTree>
      <p:nvGrpSpPr>
        <p:cNvPr id="1" name=""/>
        <p:cNvGrpSpPr/>
        <p:nvPr/>
      </p:nvGrpSpPr>
      <p:grpSpPr>
        <a:xfrm>
          <a:off x="0" y="0"/>
          <a:ext cx="0" cy="0"/>
          <a:chOff x="0" y="0"/>
          <a:chExt cx="0" cy="0"/>
        </a:xfrm>
      </p:grpSpPr>
      <p:sp>
        <p:nvSpPr>
          <p:cNvPr id="249"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50"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51"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64"/>
          </p:nvPr>
        </p:nvSpPr>
        <p:spPr/>
        <p:txBody>
          <a:bodyPr/>
          <a:p>
            <a:r>
              <a:t>Footer</a:t>
            </a:r>
          </a:p>
        </p:txBody>
      </p:sp>
      <p:sp>
        <p:nvSpPr>
          <p:cNvPr id="6" name="PlaceHolder 5"/>
          <p:cNvSpPr>
            <a:spLocks noGrp="1"/>
          </p:cNvSpPr>
          <p:nvPr>
            <p:ph type="sldNum" idx="65"/>
          </p:nvPr>
        </p:nvSpPr>
        <p:spPr/>
        <p:txBody>
          <a:bodyPr/>
          <a:p>
            <a:fld id="{5F7E3D09-CB4A-4EEA-9E06-0805B484001F}" type="slidenum">
              <a:t>&lt;#&gt;</a:t>
            </a:fld>
          </a:p>
        </p:txBody>
      </p:sp>
      <p:sp>
        <p:nvSpPr>
          <p:cNvPr id="7" name="PlaceHolder 6"/>
          <p:cNvSpPr>
            <a:spLocks noGrp="1"/>
          </p:cNvSpPr>
          <p:nvPr>
            <p:ph type="dt" idx="66"/>
          </p:nvPr>
        </p:nvSpPr>
        <p:spPr/>
        <p:txBody>
          <a:bodyPr/>
          <a:p>
            <a:r>
              <a:rPr lang="pt-B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8-objTx-Conteúdo-com-Legenda">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61"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62"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67"/>
          </p:nvPr>
        </p:nvSpPr>
        <p:spPr/>
        <p:txBody>
          <a:bodyPr/>
          <a:p>
            <a:r>
              <a:t>Footer</a:t>
            </a:r>
          </a:p>
        </p:txBody>
      </p:sp>
      <p:sp>
        <p:nvSpPr>
          <p:cNvPr id="6" name="PlaceHolder 5"/>
          <p:cNvSpPr>
            <a:spLocks noGrp="1"/>
          </p:cNvSpPr>
          <p:nvPr>
            <p:ph type="sldNum" idx="68"/>
          </p:nvPr>
        </p:nvSpPr>
        <p:spPr/>
        <p:txBody>
          <a:bodyPr/>
          <a:p>
            <a:fld id="{FC330385-584C-4477-89D2-311EF951DA71}" type="slidenum">
              <a:t>&lt;#&gt;</a:t>
            </a:fld>
          </a:p>
        </p:txBody>
      </p:sp>
      <p:sp>
        <p:nvSpPr>
          <p:cNvPr id="7" name="PlaceHolder 6"/>
          <p:cNvSpPr>
            <a:spLocks noGrp="1"/>
          </p:cNvSpPr>
          <p:nvPr>
            <p:ph type="dt" idx="69"/>
          </p:nvPr>
        </p:nvSpPr>
        <p:spPr/>
        <p:txBody>
          <a:bodyPr/>
          <a:p>
            <a:r>
              <a:rPr lang="pt-B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9-picTx-Imagem-com-Legenda">
    <p:spTree>
      <p:nvGrpSpPr>
        <p:cNvPr id="1" name=""/>
        <p:cNvGrpSpPr/>
        <p:nvPr/>
      </p:nvGrpSpPr>
      <p:grpSpPr>
        <a:xfrm>
          <a:off x="0" y="0"/>
          <a:ext cx="0" cy="0"/>
          <a:chOff x="0" y="0"/>
          <a:chExt cx="0" cy="0"/>
        </a:xfrm>
      </p:grpSpPr>
      <p:sp>
        <p:nvSpPr>
          <p:cNvPr id="271"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72"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73"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70"/>
          </p:nvPr>
        </p:nvSpPr>
        <p:spPr/>
        <p:txBody>
          <a:bodyPr/>
          <a:p>
            <a:r>
              <a:t>Footer</a:t>
            </a:r>
          </a:p>
        </p:txBody>
      </p:sp>
      <p:sp>
        <p:nvSpPr>
          <p:cNvPr id="6" name="PlaceHolder 5"/>
          <p:cNvSpPr>
            <a:spLocks noGrp="1"/>
          </p:cNvSpPr>
          <p:nvPr>
            <p:ph type="sldNum" idx="71"/>
          </p:nvPr>
        </p:nvSpPr>
        <p:spPr/>
        <p:txBody>
          <a:bodyPr/>
          <a:p>
            <a:fld id="{133896A0-904D-4458-8852-4E5A999EAD67}" type="slidenum">
              <a:t>&lt;#&gt;</a:t>
            </a:fld>
          </a:p>
        </p:txBody>
      </p:sp>
      <p:sp>
        <p:nvSpPr>
          <p:cNvPr id="7" name="PlaceHolder 6"/>
          <p:cNvSpPr>
            <a:spLocks noGrp="1"/>
          </p:cNvSpPr>
          <p:nvPr>
            <p:ph type="dt" idx="72"/>
          </p:nvPr>
        </p:nvSpPr>
        <p:spPr/>
        <p:txBody>
          <a:bodyPr/>
          <a:p>
            <a:r>
              <a:rPr lang="pt-B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10-vertTx-Título-e-Texto-Vertical">
    <p:spTree>
      <p:nvGrpSpPr>
        <p:cNvPr id="1" name=""/>
        <p:cNvGrpSpPr/>
        <p:nvPr/>
      </p:nvGrpSpPr>
      <p:grpSpPr>
        <a:xfrm>
          <a:off x="0" y="0"/>
          <a:ext cx="0" cy="0"/>
          <a:chOff x="0" y="0"/>
          <a:chExt cx="0" cy="0"/>
        </a:xfrm>
      </p:grpSpPr>
      <p:sp>
        <p:nvSpPr>
          <p:cNvPr id="282"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83"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84"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73"/>
          </p:nvPr>
        </p:nvSpPr>
        <p:spPr/>
        <p:txBody>
          <a:bodyPr/>
          <a:p>
            <a:r>
              <a:t>Footer</a:t>
            </a:r>
          </a:p>
        </p:txBody>
      </p:sp>
      <p:sp>
        <p:nvSpPr>
          <p:cNvPr id="6" name="PlaceHolder 5"/>
          <p:cNvSpPr>
            <a:spLocks noGrp="1"/>
          </p:cNvSpPr>
          <p:nvPr>
            <p:ph type="sldNum" idx="74"/>
          </p:nvPr>
        </p:nvSpPr>
        <p:spPr/>
        <p:txBody>
          <a:bodyPr/>
          <a:p>
            <a:fld id="{F2E7B7B7-39CD-4B27-866C-2FFE01F14724}" type="slidenum">
              <a:t>&lt;#&gt;</a:t>
            </a:fld>
          </a:p>
        </p:txBody>
      </p:sp>
      <p:sp>
        <p:nvSpPr>
          <p:cNvPr id="7" name="PlaceHolder 6"/>
          <p:cNvSpPr>
            <a:spLocks noGrp="1"/>
          </p:cNvSpPr>
          <p:nvPr>
            <p:ph type="dt" idx="75"/>
          </p:nvPr>
        </p:nvSpPr>
        <p:spPr/>
        <p:txBody>
          <a:bodyPr/>
          <a:p>
            <a:r>
              <a:rPr lang="pt-B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2-Layout11-vertTitleAndTx-Texto-e-Título-Vertical">
    <p:spTree>
      <p:nvGrpSpPr>
        <p:cNvPr id="1" name=""/>
        <p:cNvGrpSpPr/>
        <p:nvPr/>
      </p:nvGrpSpPr>
      <p:grpSpPr>
        <a:xfrm>
          <a:off x="0" y="0"/>
          <a:ext cx="0" cy="0"/>
          <a:chOff x="0" y="0"/>
          <a:chExt cx="0" cy="0"/>
        </a:xfrm>
      </p:grpSpPr>
      <p:sp>
        <p:nvSpPr>
          <p:cNvPr id="293"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294"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295"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76"/>
          </p:nvPr>
        </p:nvSpPr>
        <p:spPr/>
        <p:txBody>
          <a:bodyPr/>
          <a:p>
            <a:r>
              <a:t>Footer</a:t>
            </a:r>
          </a:p>
        </p:txBody>
      </p:sp>
      <p:sp>
        <p:nvSpPr>
          <p:cNvPr id="6" name="PlaceHolder 5"/>
          <p:cNvSpPr>
            <a:spLocks noGrp="1"/>
          </p:cNvSpPr>
          <p:nvPr>
            <p:ph type="sldNum" idx="77"/>
          </p:nvPr>
        </p:nvSpPr>
        <p:spPr/>
        <p:txBody>
          <a:bodyPr/>
          <a:p>
            <a:fld id="{A2BB72A6-725C-4578-BCF5-0544373F0116}" type="slidenum">
              <a:t>&lt;#&gt;</a:t>
            </a:fld>
          </a:p>
        </p:txBody>
      </p:sp>
      <p:sp>
        <p:nvSpPr>
          <p:cNvPr id="7" name="PlaceHolder 6"/>
          <p:cNvSpPr>
            <a:spLocks noGrp="1"/>
          </p:cNvSpPr>
          <p:nvPr>
            <p:ph type="dt" idx="78"/>
          </p:nvPr>
        </p:nvSpPr>
        <p:spPr/>
        <p:txBody>
          <a:bodyPr/>
          <a:p>
            <a:r>
              <a:rPr lang="pt-B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Midnightblue2">
    <p:spTree>
      <p:nvGrpSpPr>
        <p:cNvPr id="1" name=""/>
        <p:cNvGrpSpPr/>
        <p:nvPr/>
      </p:nvGrpSpPr>
      <p:grpSpPr>
        <a:xfrm>
          <a:off x="0" y="0"/>
          <a:ext cx="0" cy="0"/>
          <a:chOff x="0" y="0"/>
          <a:chExt cx="0" cy="0"/>
        </a:xfrm>
      </p:grpSpPr>
      <p:sp>
        <p:nvSpPr>
          <p:cNvPr id="304"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05"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06"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79"/>
          </p:nvPr>
        </p:nvSpPr>
        <p:spPr/>
        <p:txBody>
          <a:bodyPr/>
          <a:p>
            <a:r>
              <a:t>Footer</a:t>
            </a:r>
          </a:p>
        </p:txBody>
      </p:sp>
      <p:sp>
        <p:nvSpPr>
          <p:cNvPr id="6" name="PlaceHolder 5"/>
          <p:cNvSpPr>
            <a:spLocks noGrp="1"/>
          </p:cNvSpPr>
          <p:nvPr>
            <p:ph type="sldNum" idx="80"/>
          </p:nvPr>
        </p:nvSpPr>
        <p:spPr/>
        <p:txBody>
          <a:bodyPr/>
          <a:p>
            <a:fld id="{5D5CA7F6-940E-419F-B58F-F8CBC0ACF43C}" type="slidenum">
              <a:t>&lt;#&gt;</a:t>
            </a:fld>
          </a:p>
        </p:txBody>
      </p:sp>
      <p:sp>
        <p:nvSpPr>
          <p:cNvPr id="7" name="PlaceHolder 6"/>
          <p:cNvSpPr>
            <a:spLocks noGrp="1"/>
          </p:cNvSpPr>
          <p:nvPr>
            <p:ph type="dt" idx="81"/>
          </p:nvPr>
        </p:nvSpPr>
        <p:spPr/>
        <p:txBody>
          <a:bodyPr/>
          <a:p>
            <a:r>
              <a:rPr lang="pt-B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1-title-Slide-de-Título">
    <p:spTree>
      <p:nvGrpSpPr>
        <p:cNvPr id="1" name=""/>
        <p:cNvGrpSpPr/>
        <p:nvPr/>
      </p:nvGrpSpPr>
      <p:grpSpPr>
        <a:xfrm>
          <a:off x="0" y="0"/>
          <a:ext cx="0" cy="0"/>
          <a:chOff x="0" y="0"/>
          <a:chExt cx="0" cy="0"/>
        </a:xfrm>
      </p:grpSpPr>
      <p:sp>
        <p:nvSpPr>
          <p:cNvPr id="315"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16"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17"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82"/>
          </p:nvPr>
        </p:nvSpPr>
        <p:spPr/>
        <p:txBody>
          <a:bodyPr/>
          <a:p>
            <a:r>
              <a:t>Footer</a:t>
            </a:r>
          </a:p>
        </p:txBody>
      </p:sp>
      <p:sp>
        <p:nvSpPr>
          <p:cNvPr id="6" name="PlaceHolder 5"/>
          <p:cNvSpPr>
            <a:spLocks noGrp="1"/>
          </p:cNvSpPr>
          <p:nvPr>
            <p:ph type="sldNum" idx="83"/>
          </p:nvPr>
        </p:nvSpPr>
        <p:spPr/>
        <p:txBody>
          <a:bodyPr/>
          <a:p>
            <a:fld id="{81935800-54AB-49B0-9085-45213D29CC6F}" type="slidenum">
              <a:t>&lt;#&gt;</a:t>
            </a:fld>
          </a:p>
        </p:txBody>
      </p:sp>
      <p:sp>
        <p:nvSpPr>
          <p:cNvPr id="7" name="PlaceHolder 6"/>
          <p:cNvSpPr>
            <a:spLocks noGrp="1"/>
          </p:cNvSpPr>
          <p:nvPr>
            <p:ph type="dt" idx="84"/>
          </p:nvPr>
        </p:nvSpPr>
        <p:spPr/>
        <p:txBody>
          <a:bodyPr/>
          <a:p>
            <a:r>
              <a:rPr lang="pt-B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2-obj-Título-e-Conteúdo">
    <p:spTree>
      <p:nvGrpSpPr>
        <p:cNvPr id="1" name=""/>
        <p:cNvGrpSpPr/>
        <p:nvPr/>
      </p:nvGrpSpPr>
      <p:grpSpPr>
        <a:xfrm>
          <a:off x="0" y="0"/>
          <a:ext cx="0" cy="0"/>
          <a:chOff x="0" y="0"/>
          <a:chExt cx="0" cy="0"/>
        </a:xfrm>
      </p:grpSpPr>
      <p:sp>
        <p:nvSpPr>
          <p:cNvPr id="326"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27"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28"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85"/>
          </p:nvPr>
        </p:nvSpPr>
        <p:spPr/>
        <p:txBody>
          <a:bodyPr/>
          <a:p>
            <a:r>
              <a:t>Footer</a:t>
            </a:r>
          </a:p>
        </p:txBody>
      </p:sp>
      <p:sp>
        <p:nvSpPr>
          <p:cNvPr id="6" name="PlaceHolder 5"/>
          <p:cNvSpPr>
            <a:spLocks noGrp="1"/>
          </p:cNvSpPr>
          <p:nvPr>
            <p:ph type="sldNum" idx="86"/>
          </p:nvPr>
        </p:nvSpPr>
        <p:spPr/>
        <p:txBody>
          <a:bodyPr/>
          <a:p>
            <a:fld id="{20A905DA-FA52-457A-B2E1-10C338029BF1}" type="slidenum">
              <a:t>&lt;#&gt;</a:t>
            </a:fld>
          </a:p>
        </p:txBody>
      </p:sp>
      <p:sp>
        <p:nvSpPr>
          <p:cNvPr id="7" name="PlaceHolder 6"/>
          <p:cNvSpPr>
            <a:spLocks noGrp="1"/>
          </p:cNvSpPr>
          <p:nvPr>
            <p:ph type="dt" idx="87"/>
          </p:nvPr>
        </p:nvSpPr>
        <p:spPr/>
        <p:txBody>
          <a:bodyPr/>
          <a:p>
            <a:r>
              <a:rPr lang="pt-B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3-secHead-Cabeçalho-da-Seção">
    <p:spTree>
      <p:nvGrpSpPr>
        <p:cNvPr id="1" name=""/>
        <p:cNvGrpSpPr/>
        <p:nvPr/>
      </p:nvGrpSpPr>
      <p:grpSpPr>
        <a:xfrm>
          <a:off x="0" y="0"/>
          <a:ext cx="0" cy="0"/>
          <a:chOff x="0" y="0"/>
          <a:chExt cx="0" cy="0"/>
        </a:xfrm>
      </p:grpSpPr>
      <p:sp>
        <p:nvSpPr>
          <p:cNvPr id="337"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38"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39"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88"/>
          </p:nvPr>
        </p:nvSpPr>
        <p:spPr/>
        <p:txBody>
          <a:bodyPr/>
          <a:p>
            <a:r>
              <a:t>Footer</a:t>
            </a:r>
          </a:p>
        </p:txBody>
      </p:sp>
      <p:sp>
        <p:nvSpPr>
          <p:cNvPr id="6" name="PlaceHolder 5"/>
          <p:cNvSpPr>
            <a:spLocks noGrp="1"/>
          </p:cNvSpPr>
          <p:nvPr>
            <p:ph type="sldNum" idx="89"/>
          </p:nvPr>
        </p:nvSpPr>
        <p:spPr/>
        <p:txBody>
          <a:bodyPr/>
          <a:p>
            <a:fld id="{3B3C3045-96BB-467E-B6BB-82A60AC6AD81}" type="slidenum">
              <a:t>&lt;#&gt;</a:t>
            </a:fld>
          </a:p>
        </p:txBody>
      </p:sp>
      <p:sp>
        <p:nvSpPr>
          <p:cNvPr id="7" name="PlaceHolder 6"/>
          <p:cNvSpPr>
            <a:spLocks noGrp="1"/>
          </p:cNvSpPr>
          <p:nvPr>
            <p:ph type="dt" idx="90"/>
          </p:nvPr>
        </p:nvSpPr>
        <p:spPr/>
        <p:txBody>
          <a:bodyPr/>
          <a:p>
            <a:r>
              <a:rPr lang="pt-B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4-twoObj-Duas-Partes-de-Conteúdo">
    <p:spTree>
      <p:nvGrpSpPr>
        <p:cNvPr id="1" name=""/>
        <p:cNvGrpSpPr/>
        <p:nvPr/>
      </p:nvGrpSpPr>
      <p:grpSpPr>
        <a:xfrm>
          <a:off x="0" y="0"/>
          <a:ext cx="0" cy="0"/>
          <a:chOff x="0" y="0"/>
          <a:chExt cx="0" cy="0"/>
        </a:xfrm>
      </p:grpSpPr>
      <p:sp>
        <p:nvSpPr>
          <p:cNvPr id="348"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49"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50"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91"/>
          </p:nvPr>
        </p:nvSpPr>
        <p:spPr/>
        <p:txBody>
          <a:bodyPr/>
          <a:p>
            <a:r>
              <a:t>Footer</a:t>
            </a:r>
          </a:p>
        </p:txBody>
      </p:sp>
      <p:sp>
        <p:nvSpPr>
          <p:cNvPr id="6" name="PlaceHolder 5"/>
          <p:cNvSpPr>
            <a:spLocks noGrp="1"/>
          </p:cNvSpPr>
          <p:nvPr>
            <p:ph type="sldNum" idx="92"/>
          </p:nvPr>
        </p:nvSpPr>
        <p:spPr/>
        <p:txBody>
          <a:bodyPr/>
          <a:p>
            <a:fld id="{9F44213E-5BAB-41AE-83E0-01381BCE63C3}" type="slidenum">
              <a:t>&lt;#&gt;</a:t>
            </a:fld>
          </a:p>
        </p:txBody>
      </p:sp>
      <p:sp>
        <p:nvSpPr>
          <p:cNvPr id="7" name="PlaceHolder 6"/>
          <p:cNvSpPr>
            <a:spLocks noGrp="1"/>
          </p:cNvSpPr>
          <p:nvPr>
            <p:ph type="dt" idx="93"/>
          </p:nvPr>
        </p:nvSpPr>
        <p:spPr/>
        <p:txBody>
          <a:bodyPr/>
          <a:p>
            <a:r>
              <a:rPr lang="pt-B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5-twoTxTwoObj-Comparação">
    <p:spTree>
      <p:nvGrpSpPr>
        <p:cNvPr id="1" name=""/>
        <p:cNvGrpSpPr/>
        <p:nvPr/>
      </p:nvGrpSpPr>
      <p:grpSpPr>
        <a:xfrm>
          <a:off x="0" y="0"/>
          <a:ext cx="0" cy="0"/>
          <a:chOff x="0" y="0"/>
          <a:chExt cx="0" cy="0"/>
        </a:xfrm>
      </p:grpSpPr>
      <p:sp>
        <p:nvSpPr>
          <p:cNvPr id="359"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60"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61"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94"/>
          </p:nvPr>
        </p:nvSpPr>
        <p:spPr/>
        <p:txBody>
          <a:bodyPr/>
          <a:p>
            <a:r>
              <a:t>Footer</a:t>
            </a:r>
          </a:p>
        </p:txBody>
      </p:sp>
      <p:sp>
        <p:nvSpPr>
          <p:cNvPr id="6" name="PlaceHolder 5"/>
          <p:cNvSpPr>
            <a:spLocks noGrp="1"/>
          </p:cNvSpPr>
          <p:nvPr>
            <p:ph type="sldNum" idx="95"/>
          </p:nvPr>
        </p:nvSpPr>
        <p:spPr/>
        <p:txBody>
          <a:bodyPr/>
          <a:p>
            <a:fld id="{6C76CAA3-F9A1-4B19-9146-012B85BCC70A}" type="slidenum">
              <a:t>&lt;#&gt;</a:t>
            </a:fld>
          </a:p>
        </p:txBody>
      </p:sp>
      <p:sp>
        <p:nvSpPr>
          <p:cNvPr id="7" name="PlaceHolder 6"/>
          <p:cNvSpPr>
            <a:spLocks noGrp="1"/>
          </p:cNvSpPr>
          <p:nvPr>
            <p:ph type="dt" idx="96"/>
          </p:nvPr>
        </p:nvSpPr>
        <p:spPr/>
        <p:txBody>
          <a:bodyPr/>
          <a:p>
            <a:r>
              <a:rPr lang="pt-B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6-titleOnly-Somente-Título">
    <p:spTree>
      <p:nvGrpSpPr>
        <p:cNvPr id="1" name=""/>
        <p:cNvGrpSpPr/>
        <p:nvPr/>
      </p:nvGrpSpPr>
      <p:grpSpPr>
        <a:xfrm>
          <a:off x="0" y="0"/>
          <a:ext cx="0" cy="0"/>
          <a:chOff x="0" y="0"/>
          <a:chExt cx="0" cy="0"/>
        </a:xfrm>
      </p:grpSpPr>
      <p:sp>
        <p:nvSpPr>
          <p:cNvPr id="370"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71"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72"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97"/>
          </p:nvPr>
        </p:nvSpPr>
        <p:spPr/>
        <p:txBody>
          <a:bodyPr/>
          <a:p>
            <a:r>
              <a:t>Footer</a:t>
            </a:r>
          </a:p>
        </p:txBody>
      </p:sp>
      <p:sp>
        <p:nvSpPr>
          <p:cNvPr id="6" name="PlaceHolder 5"/>
          <p:cNvSpPr>
            <a:spLocks noGrp="1"/>
          </p:cNvSpPr>
          <p:nvPr>
            <p:ph type="sldNum" idx="98"/>
          </p:nvPr>
        </p:nvSpPr>
        <p:spPr/>
        <p:txBody>
          <a:bodyPr/>
          <a:p>
            <a:fld id="{80E276E8-DE02-469A-B423-5E47B52CEC0D}" type="slidenum">
              <a:t>&lt;#&gt;</a:t>
            </a:fld>
          </a:p>
        </p:txBody>
      </p:sp>
      <p:sp>
        <p:nvSpPr>
          <p:cNvPr id="7" name="PlaceHolder 6"/>
          <p:cNvSpPr>
            <a:spLocks noGrp="1"/>
          </p:cNvSpPr>
          <p:nvPr>
            <p:ph type="dt" idx="99"/>
          </p:nvPr>
        </p:nvSpPr>
        <p:spPr/>
        <p:txBody>
          <a:bodyPr/>
          <a:p>
            <a:r>
              <a:rPr lang="pt-B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3-Layout7-blank-Em-Branco">
    <p:spTree>
      <p:nvGrpSpPr>
        <p:cNvPr id="1" name=""/>
        <p:cNvGrpSpPr/>
        <p:nvPr/>
      </p:nvGrpSpPr>
      <p:grpSpPr>
        <a:xfrm>
          <a:off x="0" y="0"/>
          <a:ext cx="0" cy="0"/>
          <a:chOff x="0" y="0"/>
          <a:chExt cx="0" cy="0"/>
        </a:xfrm>
      </p:grpSpPr>
      <p:sp>
        <p:nvSpPr>
          <p:cNvPr id="381"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l">
              <a:buNone/>
            </a:pPr>
            <a:endParaRPr lang="pt-BR" sz="4400" b="0" u="none" strike="noStrike">
              <a:solidFill>
                <a:srgbClr val="000000"/>
              </a:solidFill>
              <a:effectLst/>
              <a:uFillTx/>
              <a:latin typeface="Arial"/>
            </a:endParaRPr>
          </a:p>
        </p:txBody>
      </p:sp>
      <p:sp>
        <p:nvSpPr>
          <p:cNvPr id="382" name="PlaceHolder 2"/>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383" name="PlaceHolder 3"/>
          <p:cNvSpPr>
            <a:spLocks noGrp="1"/>
          </p:cNvSpPr>
          <p:nvPr>
            <p:ph/>
          </p:nvPr>
        </p:nvSpPr>
        <p:spPr>
          <a:xfrm>
            <a:off x="504000" y="1326600"/>
            <a:ext cx="9070920" cy="3287520"/>
          </a:xfrm>
          <a:prstGeom prst="rect">
            <a:avLst/>
          </a:prstGeom>
          <a:noFill/>
          <a:ln w="0">
            <a:noFill/>
          </a:ln>
        </p:spPr>
        <p:txBody>
          <a:bodyPr lIns="0" tIns="0" rIns="0" bIns="0" anchor="t">
            <a:normAutofit/>
          </a:bodyPr>
          <a:p>
            <a:pPr indent="0" algn="l">
              <a:buNone/>
            </a:pPr>
            <a:endParaRPr lang="pt-BR" sz="3200" b="0" u="none" strike="noStrike">
              <a:solidFill>
                <a:srgbClr val="000000"/>
              </a:solidFill>
              <a:effectLst/>
              <a:uFillTx/>
              <a:latin typeface="Arial"/>
            </a:endParaRPr>
          </a:p>
        </p:txBody>
      </p:sp>
      <p:sp>
        <p:nvSpPr>
          <p:cNvPr id="5" name="PlaceHolder 4"/>
          <p:cNvSpPr>
            <a:spLocks noGrp="1"/>
          </p:cNvSpPr>
          <p:nvPr>
            <p:ph type="ftr" idx="100"/>
          </p:nvPr>
        </p:nvSpPr>
        <p:spPr/>
        <p:txBody>
          <a:bodyPr/>
          <a:p>
            <a:r>
              <a:t>Footer</a:t>
            </a:r>
          </a:p>
        </p:txBody>
      </p:sp>
      <p:sp>
        <p:nvSpPr>
          <p:cNvPr id="6" name="PlaceHolder 5"/>
          <p:cNvSpPr>
            <a:spLocks noGrp="1"/>
          </p:cNvSpPr>
          <p:nvPr>
            <p:ph type="sldNum" idx="101"/>
          </p:nvPr>
        </p:nvSpPr>
        <p:spPr/>
        <p:txBody>
          <a:bodyPr/>
          <a:p>
            <a:fld id="{4CFDD8FF-EE65-44C3-A625-B1A768C00EE3}" type="slidenum">
              <a:t>&lt;#&gt;</a:t>
            </a:fld>
          </a:p>
        </p:txBody>
      </p:sp>
      <p:sp>
        <p:nvSpPr>
          <p:cNvPr id="7" name="PlaceHolder 6"/>
          <p:cNvSpPr>
            <a:spLocks noGrp="1"/>
          </p:cNvSpPr>
          <p:nvPr>
            <p:ph type="dt" idx="102"/>
          </p:nvPr>
        </p:nvSpPr>
        <p:spPr/>
        <p:txBody>
          <a:bodyPr/>
          <a:p>
            <a:r>
              <a:rPr lang="pt-B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0.xml"/><Relationship Id="rId3"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2.xml"/>
</Relationships>
</file>

<file path=ppt/slideMasters/_rels/slideMaster12.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3.xml"/>
</Relationships>
</file>

<file path=ppt/slideMasters/_rels/slideMaster13.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4.xml"/>
</Relationships>
</file>

<file path=ppt/slideMasters/_rels/slideMaster14.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5.xml"/>
</Relationships>
</file>

<file path=ppt/slideMasters/_rels/slideMaster15.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8.xml"/>
</Relationships>
</file>

<file path=ppt/slideMasters/_rels/slideMaster18.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9.xml"/>
</Relationships>
</file>

<file path=ppt/slideMasters/_rels/slideMaster19.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20.xml"/>
</Relationships>
</file>

<file path=ppt/slideMasters/_rels/slideMaster20.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21.xml"/>
</Relationships>
</file>

<file path=ppt/slideMasters/_rels/slideMaster21.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22.xml"/>
</Relationships>
</file>

<file path=ppt/slideMasters/_rels/slideMaster22.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3.xml"/>
</Relationships>
</file>

<file path=ppt/slideMasters/_rels/slideMaster23.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4.xml"/>
</Relationships>
</file>

<file path=ppt/slideMasters/_rels/slideMaster24.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5.xml"/>
</Relationships>
</file>

<file path=ppt/slideMasters/_rels/slideMaster25.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6.xml"/>
</Relationships>
</file>

<file path=ppt/slideMasters/_rels/slideMaster26.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7.xml"/>
</Relationships>
</file>

<file path=ppt/slideMasters/_rels/slideMaster27.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8.xml"/>
</Relationships>
</file>

<file path=ppt/slideMasters/_rels/slideMaster28.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9.xml"/>
</Relationships>
</file>

<file path=ppt/slideMasters/_rels/slideMaster29.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30.xml"/>
</Relationships>
</file>

<file path=ppt/slideMasters/_rels/slideMaster30.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31.xml"/>
</Relationships>
</file>

<file path=ppt/slideMasters/_rels/slideMaster31.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32.xml"/>
</Relationships>
</file>

<file path=ppt/slideMasters/_rels/slideMaster32.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3.xml"/>
</Relationships>
</file>

<file path=ppt/slideMasters/_rels/slideMaster33.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4.xml"/>
</Relationships>
</file>

<file path=ppt/slideMasters/_rels/slideMaster34.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Forma Livre: Forma 1"/>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 name="Forma Livre: Forma 2"/>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4" name="Forma Livre: Forma 3"/>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5"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6"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7"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8" name="PlaceHolder 4"/>
          <p:cNvSpPr>
            <a:spLocks noGrp="1"/>
          </p:cNvSpPr>
          <p:nvPr>
            <p:ph type="ftr" idx="1"/>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9" name="PlaceHolder 5"/>
          <p:cNvSpPr>
            <a:spLocks noGrp="1"/>
          </p:cNvSpPr>
          <p:nvPr>
            <p:ph type="sldNum" idx="2"/>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46191479-ADA4-41B6-A499-39A2B3AE2CD0}"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0" name="PlaceHolder 6"/>
          <p:cNvSpPr>
            <a:spLocks noGrp="1"/>
          </p:cNvSpPr>
          <p:nvPr>
            <p:ph type="dt" idx="3"/>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5"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6"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7"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8"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9"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0" name="PlaceHolder 4"/>
          <p:cNvSpPr>
            <a:spLocks noGrp="1"/>
          </p:cNvSpPr>
          <p:nvPr>
            <p:ph type="ftr" idx="4"/>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1" name="PlaceHolder 5"/>
          <p:cNvSpPr>
            <a:spLocks noGrp="1"/>
          </p:cNvSpPr>
          <p:nvPr>
            <p:ph type="sldNum" idx="5"/>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FBB12E72-3C6E-4EFA-9F29-6DE64B36DAFC}"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2" name="PlaceHolder 6"/>
          <p:cNvSpPr>
            <a:spLocks noGrp="1"/>
          </p:cNvSpPr>
          <p:nvPr>
            <p:ph type="dt" idx="6"/>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2"/>
    <p:sldLayoutId id="2147483654" r:id="rId3"/>
    <p:sldLayoutId id="2147483655"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55"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56"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57"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58"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59"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60" name="PlaceHolder 4"/>
          <p:cNvSpPr>
            <a:spLocks noGrp="1"/>
          </p:cNvSpPr>
          <p:nvPr>
            <p:ph type="ftr" idx="16"/>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61" name="PlaceHolder 5"/>
          <p:cNvSpPr>
            <a:spLocks noGrp="1"/>
          </p:cNvSpPr>
          <p:nvPr>
            <p:ph type="sldNum" idx="17"/>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84EC2F9F-AF2A-4321-8B79-E3A309D2D3A8}"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62" name="PlaceHolder 6"/>
          <p:cNvSpPr>
            <a:spLocks noGrp="1"/>
          </p:cNvSpPr>
          <p:nvPr>
            <p:ph type="dt" idx="18"/>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Forma Livre: Forma 7"/>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67" name="Forma Livre: Forma 8"/>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68" name="Forma Livre: Forma 9"/>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69"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70"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71"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72" name="PlaceHolder 4"/>
          <p:cNvSpPr>
            <a:spLocks noGrp="1"/>
          </p:cNvSpPr>
          <p:nvPr>
            <p:ph type="ftr" idx="19"/>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73" name="PlaceHolder 5"/>
          <p:cNvSpPr>
            <a:spLocks noGrp="1"/>
          </p:cNvSpPr>
          <p:nvPr>
            <p:ph type="sldNum" idx="20"/>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43E359E-2D95-49AB-9CB1-0850D0E24D1B}"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74" name="PlaceHolder 6"/>
          <p:cNvSpPr>
            <a:spLocks noGrp="1"/>
          </p:cNvSpPr>
          <p:nvPr>
            <p:ph type="dt" idx="21"/>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Forma Livre: Forma 9"/>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79" name="Forma Livre: Forma 10"/>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80" name="Forma Livre: Forma 11"/>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81"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82"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83"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84" name="PlaceHolder 4"/>
          <p:cNvSpPr>
            <a:spLocks noGrp="1"/>
          </p:cNvSpPr>
          <p:nvPr>
            <p:ph type="ftr" idx="22"/>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85" name="PlaceHolder 5"/>
          <p:cNvSpPr>
            <a:spLocks noGrp="1"/>
          </p:cNvSpPr>
          <p:nvPr>
            <p:ph type="sldNum" idx="23"/>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3E726A67-ADE2-45B5-A5C7-46911E20DDD1}"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86" name="PlaceHolder 6"/>
          <p:cNvSpPr>
            <a:spLocks noGrp="1"/>
          </p:cNvSpPr>
          <p:nvPr>
            <p:ph type="dt" idx="24"/>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Forma Livre: Forma 5"/>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91" name="Forma Livre: Forma 6"/>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92" name="Forma Livre: Forma 7"/>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93"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94"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95"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96" name="PlaceHolder 4"/>
          <p:cNvSpPr>
            <a:spLocks noGrp="1"/>
          </p:cNvSpPr>
          <p:nvPr>
            <p:ph type="ftr" idx="25"/>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97" name="PlaceHolder 5"/>
          <p:cNvSpPr>
            <a:spLocks noGrp="1"/>
          </p:cNvSpPr>
          <p:nvPr>
            <p:ph type="sldNum" idx="26"/>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86DB0E3-34D0-48AF-982A-DAE1C3C42F7D}"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98" name="PlaceHolder 6"/>
          <p:cNvSpPr>
            <a:spLocks noGrp="1"/>
          </p:cNvSpPr>
          <p:nvPr>
            <p:ph type="dt" idx="27"/>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Forma Livre: Forma 4"/>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03" name="Forma Livre: Forma 5"/>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04" name="Forma Livre: Forma 6"/>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05"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06"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07"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08" name="PlaceHolder 4"/>
          <p:cNvSpPr>
            <a:spLocks noGrp="1"/>
          </p:cNvSpPr>
          <p:nvPr>
            <p:ph type="ftr" idx="28"/>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09" name="PlaceHolder 5"/>
          <p:cNvSpPr>
            <a:spLocks noGrp="1"/>
          </p:cNvSpPr>
          <p:nvPr>
            <p:ph type="sldNum" idx="29"/>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29528D0-8819-4B96-A535-2D74E7BFAB01}"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10" name="PlaceHolder 6"/>
          <p:cNvSpPr>
            <a:spLocks noGrp="1"/>
          </p:cNvSpPr>
          <p:nvPr>
            <p:ph type="dt" idx="30"/>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 id="2147483666"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Forma Livre: Forma 7"/>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17" name="Forma Livre: Forma 8"/>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18" name="Forma Livre: Forma 9"/>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19"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20"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21"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22" name="PlaceHolder 4"/>
          <p:cNvSpPr>
            <a:spLocks noGrp="1"/>
          </p:cNvSpPr>
          <p:nvPr>
            <p:ph type="ftr" idx="31"/>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23" name="PlaceHolder 5"/>
          <p:cNvSpPr>
            <a:spLocks noGrp="1"/>
          </p:cNvSpPr>
          <p:nvPr>
            <p:ph type="sldNum" idx="32"/>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DBDBFB86-7297-464F-BC7C-3A65096B7368}"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24" name="PlaceHolder 6"/>
          <p:cNvSpPr>
            <a:spLocks noGrp="1"/>
          </p:cNvSpPr>
          <p:nvPr>
            <p:ph type="dt" idx="33"/>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Forma Livre: Forma 7"/>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29" name="Forma Livre: Forma 8"/>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30" name="Forma Livre: Forma 9"/>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31"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32"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33"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34" name="PlaceHolder 4"/>
          <p:cNvSpPr>
            <a:spLocks noGrp="1"/>
          </p:cNvSpPr>
          <p:nvPr>
            <p:ph type="ftr" idx="34"/>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35" name="PlaceHolder 5"/>
          <p:cNvSpPr>
            <a:spLocks noGrp="1"/>
          </p:cNvSpPr>
          <p:nvPr>
            <p:ph type="sldNum" idx="35"/>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E0B47F89-D3AD-4FE6-966C-EC9AC7EC4D57}"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36" name="PlaceHolder 6"/>
          <p:cNvSpPr>
            <a:spLocks noGrp="1"/>
          </p:cNvSpPr>
          <p:nvPr>
            <p:ph type="dt" idx="36"/>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41"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42"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43"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44" name="PlaceHolder 2"/>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45" name="PlaceHolder 3"/>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46" name="PlaceHolder 4"/>
          <p:cNvSpPr>
            <a:spLocks noGrp="1"/>
          </p:cNvSpPr>
          <p:nvPr>
            <p:ph type="ftr" idx="37"/>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47" name="PlaceHolder 5"/>
          <p:cNvSpPr>
            <a:spLocks noGrp="1"/>
          </p:cNvSpPr>
          <p:nvPr>
            <p:ph type="sldNum" idx="38"/>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5E7B0295-5DF7-4F33-9924-67A0C357EC4C}"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48" name="PlaceHolder 6"/>
          <p:cNvSpPr>
            <a:spLocks noGrp="1"/>
          </p:cNvSpPr>
          <p:nvPr>
            <p:ph type="dt" idx="39"/>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Forma Livre: Forma 6"/>
          <p:cNvSpPr/>
          <p:nvPr/>
        </p:nvSpPr>
        <p:spPr>
          <a:xfrm>
            <a:off x="0" y="5400000"/>
            <a:ext cx="10078920" cy="268920"/>
          </a:xfrm>
          <a:custGeom>
            <a:avLst/>
            <a:gdLst>
              <a:gd name="textAreaLeft" fmla="*/ 0 w 10078920"/>
              <a:gd name="textAreaRight" fmla="*/ 10080360 w 10078920"/>
              <a:gd name="textAreaTop" fmla="*/ 0 h 268920"/>
              <a:gd name="textAreaBottom" fmla="*/ 270360 h 2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53" name="Forma Livre: Forma 7"/>
          <p:cNvSpPr/>
          <p:nvPr/>
        </p:nvSpPr>
        <p:spPr>
          <a:xfrm>
            <a:off x="0" y="0"/>
            <a:ext cx="10078920" cy="1213920"/>
          </a:xfrm>
          <a:custGeom>
            <a:avLst/>
            <a:gdLst>
              <a:gd name="textAreaLeft" fmla="*/ 0 w 10078920"/>
              <a:gd name="textAreaRight" fmla="*/ 10080360 w 10078920"/>
              <a:gd name="textAreaTop" fmla="*/ 0 h 1213920"/>
              <a:gd name="textAreaBottom" fmla="*/ 1215360 h 1213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54" name="Forma Livre: Forma 8"/>
          <p:cNvSpPr/>
          <p:nvPr/>
        </p:nvSpPr>
        <p:spPr>
          <a:xfrm>
            <a:off x="9315000" y="5175000"/>
            <a:ext cx="448920" cy="448920"/>
          </a:xfrm>
          <a:custGeom>
            <a:avLst/>
            <a:gdLst>
              <a:gd name="textAreaLeft" fmla="*/ 65880 w 448920"/>
              <a:gd name="textAreaRight" fmla="*/ 384120 w 448920"/>
              <a:gd name="textAreaTop" fmla="*/ 65880 h 448920"/>
              <a:gd name="textAreaBottom" fmla="*/ 384120 h 448920"/>
              <a:gd name="GluePoint1X" fmla="*/ 61 w 21600"/>
              <a:gd name="GluePoint1Y" fmla="*/ 62 h 21600"/>
              <a:gd name="GluePoint2X" fmla="*/ 63 w 21600"/>
              <a:gd name="GluePoint2Y" fmla="*/ 64 h 21600"/>
              <a:gd name="GluePoint3X" fmla="*/ 65 w 21600"/>
              <a:gd name="GluePoint3Y" fmla="*/ 66 h 21600"/>
              <a:gd name="GluePoint4X" fmla="*/ 63 w 21600"/>
              <a:gd name="GluePoint4Y" fmla="*/ 67 h 21600"/>
              <a:gd name="GluePoint5X" fmla="*/ 61 w 21600"/>
              <a:gd name="GluePoint5Y" fmla="*/ 68 h 21600"/>
              <a:gd name="GluePoint6X" fmla="*/ 69 w 21600"/>
              <a:gd name="GluePoint6Y" fmla="*/ 67 h 21600"/>
              <a:gd name="GluePoint7X" fmla="*/ 70 w 21600"/>
              <a:gd name="GluePoint7Y" fmla="*/ 66 h 21600"/>
              <a:gd name="GluePoint8X" fmla="*/ 69 w 21600"/>
              <a:gd name="GluePoint8Y" fmla="*/ 6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21600" h="21600">
                <a:moveTo>
                  <a:pt x="10800" y="0"/>
                </a:moveTo>
                <a:lnTo>
                  <a:pt x="10800" y="0"/>
                </a:lnTo>
                <a:arcTo wR="10800" hR="10800" stAng="-5400000" swAng="-21550000"/>
                <a:lnTo>
                  <a:pt x="10957" y="1"/>
                </a:lnTo>
                <a:arcTo wR="0" hR="0" stAng="0" swAng="0"/>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55" name="PlaceHolder 1"/>
          <p:cNvSpPr>
            <a:spLocks noGrp="1"/>
          </p:cNvSpPr>
          <p:nvPr>
            <p:ph type="title"/>
          </p:nvPr>
        </p:nvSpPr>
        <p:spPr>
          <a:xfrm>
            <a:off x="504000" y="385920"/>
            <a:ext cx="9070920" cy="624960"/>
          </a:xfrm>
          <a:prstGeom prst="rect">
            <a:avLst/>
          </a:prstGeom>
          <a:noFill/>
          <a:ln w="0">
            <a:noFill/>
          </a:ln>
        </p:spPr>
        <p:txBody>
          <a:bodyPr lIns="0" tIns="0" rIns="0" bIns="0" anchor="ctr" vert="eaVert">
            <a:no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56" name="PlaceHolder 2"/>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57" name="PlaceHolder 3"/>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58" name="PlaceHolder 4"/>
          <p:cNvSpPr>
            <a:spLocks noGrp="1"/>
          </p:cNvSpPr>
          <p:nvPr>
            <p:ph type="ftr" idx="40"/>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59" name="PlaceHolder 5"/>
          <p:cNvSpPr>
            <a:spLocks noGrp="1"/>
          </p:cNvSpPr>
          <p:nvPr>
            <p:ph type="sldNum" idx="41"/>
          </p:nvPr>
        </p:nvSpPr>
        <p:spPr>
          <a:xfrm>
            <a:off x="9180000" y="5175000"/>
            <a:ext cx="718920" cy="44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44E4853E-3267-4C2F-A80B-3059C438B82D}"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60" name="PlaceHolder 6"/>
          <p:cNvSpPr>
            <a:spLocks noGrp="1"/>
          </p:cNvSpPr>
          <p:nvPr>
            <p:ph type="dt" idx="42"/>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4"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Forma Livre: Forma 1"/>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65" name="Forma Livre: Forma 2"/>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66"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67"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68"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69" name="PlaceHolder 4"/>
          <p:cNvSpPr>
            <a:spLocks noGrp="1"/>
          </p:cNvSpPr>
          <p:nvPr>
            <p:ph type="ftr" idx="43"/>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70" name="PlaceHolder 5"/>
          <p:cNvSpPr>
            <a:spLocks noGrp="1"/>
          </p:cNvSpPr>
          <p:nvPr>
            <p:ph type="sldNum" idx="44"/>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331CAB06-8060-4622-B556-BDE87B9A72C6}"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71" name="PlaceHolder 6"/>
          <p:cNvSpPr>
            <a:spLocks noGrp="1"/>
          </p:cNvSpPr>
          <p:nvPr>
            <p:ph type="dt" idx="45"/>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6"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76" name="Forma Livre: Forma 7"/>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77"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78"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79"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80" name="PlaceHolder 4"/>
          <p:cNvSpPr>
            <a:spLocks noGrp="1"/>
          </p:cNvSpPr>
          <p:nvPr>
            <p:ph type="ftr" idx="46"/>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81" name="PlaceHolder 5"/>
          <p:cNvSpPr>
            <a:spLocks noGrp="1"/>
          </p:cNvSpPr>
          <p:nvPr>
            <p:ph type="sldNum" idx="47"/>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3E8ED802-6C7D-4FDC-8911-2F92790280DB}"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82" name="PlaceHolder 6"/>
          <p:cNvSpPr>
            <a:spLocks noGrp="1"/>
          </p:cNvSpPr>
          <p:nvPr>
            <p:ph type="dt" idx="48"/>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8"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87" name="Forma Livre: Forma 7"/>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88"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189"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90"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191" name="PlaceHolder 4"/>
          <p:cNvSpPr>
            <a:spLocks noGrp="1"/>
          </p:cNvSpPr>
          <p:nvPr>
            <p:ph type="ftr" idx="49"/>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92" name="PlaceHolder 5"/>
          <p:cNvSpPr>
            <a:spLocks noGrp="1"/>
          </p:cNvSpPr>
          <p:nvPr>
            <p:ph type="sldNum" idx="50"/>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1C14586-DC79-4864-BFE4-8D6584BE00E4}"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193" name="PlaceHolder 6"/>
          <p:cNvSpPr>
            <a:spLocks noGrp="1"/>
          </p:cNvSpPr>
          <p:nvPr>
            <p:ph type="dt" idx="51"/>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0"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7"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198" name="Forma Livre: Forma 7"/>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199"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00"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01"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02" name="PlaceHolder 4"/>
          <p:cNvSpPr>
            <a:spLocks noGrp="1"/>
          </p:cNvSpPr>
          <p:nvPr>
            <p:ph type="ftr" idx="52"/>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03" name="PlaceHolder 5"/>
          <p:cNvSpPr>
            <a:spLocks noGrp="1"/>
          </p:cNvSpPr>
          <p:nvPr>
            <p:ph type="sldNum" idx="53"/>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31B5853A-3A16-40CD-9800-64385FDE30BA}"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04" name="PlaceHolder 6"/>
          <p:cNvSpPr>
            <a:spLocks noGrp="1"/>
          </p:cNvSpPr>
          <p:nvPr>
            <p:ph type="dt" idx="54"/>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2"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8" name="Forma Livre: Forma 7"/>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09" name="Forma Livre: Forma 8"/>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10"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11"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12"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13" name="PlaceHolder 4"/>
          <p:cNvSpPr>
            <a:spLocks noGrp="1"/>
          </p:cNvSpPr>
          <p:nvPr>
            <p:ph type="ftr" idx="55"/>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14" name="PlaceHolder 5"/>
          <p:cNvSpPr>
            <a:spLocks noGrp="1"/>
          </p:cNvSpPr>
          <p:nvPr>
            <p:ph type="sldNum" idx="56"/>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37417065-FC8A-4DA6-87B8-3AE57A5339FE}"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15" name="PlaceHolder 6"/>
          <p:cNvSpPr>
            <a:spLocks noGrp="1"/>
          </p:cNvSpPr>
          <p:nvPr>
            <p:ph type="dt" idx="57"/>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4"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Forma Livre: Forma 9"/>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20" name="Forma Livre: Forma 10"/>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21"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22"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23"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24" name="PlaceHolder 4"/>
          <p:cNvSpPr>
            <a:spLocks noGrp="1"/>
          </p:cNvSpPr>
          <p:nvPr>
            <p:ph type="ftr" idx="58"/>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25" name="PlaceHolder 5"/>
          <p:cNvSpPr>
            <a:spLocks noGrp="1"/>
          </p:cNvSpPr>
          <p:nvPr>
            <p:ph type="sldNum" idx="59"/>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1FDE354A-34FF-4247-8FB1-F5B3D1DC2C0E}"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26" name="PlaceHolder 6"/>
          <p:cNvSpPr>
            <a:spLocks noGrp="1"/>
          </p:cNvSpPr>
          <p:nvPr>
            <p:ph type="dt" idx="60"/>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6"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Forma Livre: Forma 5"/>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31" name="Forma Livre: Forma 6"/>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32"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33"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34"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35" name="PlaceHolder 4"/>
          <p:cNvSpPr>
            <a:spLocks noGrp="1"/>
          </p:cNvSpPr>
          <p:nvPr>
            <p:ph type="ftr" idx="61"/>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36" name="PlaceHolder 5"/>
          <p:cNvSpPr>
            <a:spLocks noGrp="1"/>
          </p:cNvSpPr>
          <p:nvPr>
            <p:ph type="sldNum" idx="62"/>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BA6B0E7D-DD27-465C-B473-FE4DD3B7C552}"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37" name="PlaceHolder 6"/>
          <p:cNvSpPr>
            <a:spLocks noGrp="1"/>
          </p:cNvSpPr>
          <p:nvPr>
            <p:ph type="dt" idx="63"/>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8"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Forma Livre: Forma 4"/>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42" name="Forma Livre: Forma 5"/>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43"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44"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45"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46" name="PlaceHolder 4"/>
          <p:cNvSpPr>
            <a:spLocks noGrp="1"/>
          </p:cNvSpPr>
          <p:nvPr>
            <p:ph type="ftr" idx="64"/>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47" name="PlaceHolder 5"/>
          <p:cNvSpPr>
            <a:spLocks noGrp="1"/>
          </p:cNvSpPr>
          <p:nvPr>
            <p:ph type="sldNum" idx="65"/>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665E3A32-3DEB-4787-B3E5-5626CC757726}"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48" name="PlaceHolder 6"/>
          <p:cNvSpPr>
            <a:spLocks noGrp="1"/>
          </p:cNvSpPr>
          <p:nvPr>
            <p:ph type="dt" idx="66"/>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0"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 name="Forma Livre: Forma 7"/>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53" name="Forma Livre: Forma 8"/>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54"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55"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56"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57" name="PlaceHolder 4"/>
          <p:cNvSpPr>
            <a:spLocks noGrp="1"/>
          </p:cNvSpPr>
          <p:nvPr>
            <p:ph type="ftr" idx="67"/>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58" name="PlaceHolder 5"/>
          <p:cNvSpPr>
            <a:spLocks noGrp="1"/>
          </p:cNvSpPr>
          <p:nvPr>
            <p:ph type="sldNum" idx="68"/>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7514C498-458A-408B-9006-61B8211AB2EB}"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59" name="PlaceHolder 6"/>
          <p:cNvSpPr>
            <a:spLocks noGrp="1"/>
          </p:cNvSpPr>
          <p:nvPr>
            <p:ph type="dt" idx="69"/>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2"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3" name="Forma Livre: Forma 7"/>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64" name="Forma Livre: Forma 8"/>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65"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66"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67"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68" name="PlaceHolder 4"/>
          <p:cNvSpPr>
            <a:spLocks noGrp="1"/>
          </p:cNvSpPr>
          <p:nvPr>
            <p:ph type="ftr" idx="70"/>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69" name="PlaceHolder 5"/>
          <p:cNvSpPr>
            <a:spLocks noGrp="1"/>
          </p:cNvSpPr>
          <p:nvPr>
            <p:ph type="sldNum" idx="71"/>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24C459E6-8224-4FF5-A632-AAE93C1CAC20}"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70" name="PlaceHolder 6"/>
          <p:cNvSpPr>
            <a:spLocks noGrp="1"/>
          </p:cNvSpPr>
          <p:nvPr>
            <p:ph type="dt" idx="72"/>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4"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75" name="Forma Livre: Forma 7"/>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76"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77" name="PlaceHolder 2"/>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78" name="PlaceHolder 3"/>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79" name="PlaceHolder 4"/>
          <p:cNvSpPr>
            <a:spLocks noGrp="1"/>
          </p:cNvSpPr>
          <p:nvPr>
            <p:ph type="ftr" idx="73"/>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80" name="PlaceHolder 5"/>
          <p:cNvSpPr>
            <a:spLocks noGrp="1"/>
          </p:cNvSpPr>
          <p:nvPr>
            <p:ph type="sldNum" idx="74"/>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69E9F6E3-662F-4B9B-8024-C39B50023776}"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81" name="PlaceHolder 6"/>
          <p:cNvSpPr>
            <a:spLocks noGrp="1"/>
          </p:cNvSpPr>
          <p:nvPr>
            <p:ph type="dt" idx="75"/>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6"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86" name="Forma Livre: Forma 7"/>
          <p:cNvSpPr/>
          <p:nvPr/>
        </p:nvSpPr>
        <p:spPr>
          <a:xfrm>
            <a:off x="0" y="0"/>
            <a:ext cx="10078920" cy="3778920"/>
          </a:xfrm>
          <a:custGeom>
            <a:avLst/>
            <a:gdLst>
              <a:gd name="textAreaLeft" fmla="*/ 0 w 10078920"/>
              <a:gd name="textAreaRight" fmla="*/ 10080360 w 10078920"/>
              <a:gd name="textAreaTop" fmla="*/ 0 h 3778920"/>
              <a:gd name="textAreaBottom" fmla="*/ 3780360 h 377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1ABC9C"/>
          </a:solidFill>
          <a:ln w="25560">
            <a:solidFill>
              <a:srgbClr val="1ABC9C"/>
            </a:solidFill>
            <a:miter/>
          </a:ln>
        </p:spPr>
        <p:style>
          <a:lnRef idx="0"/>
          <a:fillRef idx="0"/>
          <a:effectRef idx="0"/>
          <a:fontRef idx="minor"/>
        </p:style>
        <p:txBody>
          <a:bodyPr wrap="none" lIns="0" tIns="0" rIns="0" bIns="0" anchor="t">
            <a:noAutofit/>
          </a:bodyPr>
          <a:p>
            <a:endParaRPr lang="pt-BR" sz="1800" b="0" u="none" strike="noStrike">
              <a:solidFill>
                <a:srgbClr val="000000"/>
              </a:solidFill>
              <a:effectLst/>
              <a:uFillTx/>
              <a:latin typeface="Arial"/>
            </a:endParaRPr>
          </a:p>
        </p:txBody>
      </p:sp>
      <p:sp>
        <p:nvSpPr>
          <p:cNvPr id="287" name="PlaceHolder 1"/>
          <p:cNvSpPr>
            <a:spLocks noGrp="1"/>
          </p:cNvSpPr>
          <p:nvPr>
            <p:ph type="title"/>
          </p:nvPr>
        </p:nvSpPr>
        <p:spPr>
          <a:xfrm>
            <a:off x="504000" y="385920"/>
            <a:ext cx="9070920" cy="624960"/>
          </a:xfrm>
          <a:prstGeom prst="rect">
            <a:avLst/>
          </a:prstGeom>
          <a:noFill/>
          <a:ln w="0">
            <a:noFill/>
          </a:ln>
        </p:spPr>
        <p:txBody>
          <a:bodyPr lIns="0" tIns="0" rIns="0" bIns="0" anchor="ctr" vert="eaVert">
            <a:no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88" name="PlaceHolder 2"/>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89" name="PlaceHolder 3"/>
          <p:cNvSpPr>
            <a:spLocks noGrp="1"/>
          </p:cNvSpPr>
          <p:nvPr>
            <p:ph type="body"/>
          </p:nvPr>
        </p:nvSpPr>
        <p:spPr>
          <a:xfrm>
            <a:off x="504000" y="1326600"/>
            <a:ext cx="9070920" cy="3287520"/>
          </a:xfrm>
          <a:prstGeom prst="rect">
            <a:avLst/>
          </a:prstGeom>
          <a:noFill/>
          <a:ln w="0">
            <a:noFill/>
          </a:ln>
        </p:spPr>
        <p:txBody>
          <a:bodyPr lIns="0" tIns="0" rIns="0" bIns="0" anchor="t" vert="eaVert">
            <a:normAutofit fontScale="77500" lnSpcReduction="19999"/>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290" name="PlaceHolder 4"/>
          <p:cNvSpPr>
            <a:spLocks noGrp="1"/>
          </p:cNvSpPr>
          <p:nvPr>
            <p:ph type="ftr" idx="76"/>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91" name="PlaceHolder 5"/>
          <p:cNvSpPr>
            <a:spLocks noGrp="1"/>
          </p:cNvSpPr>
          <p:nvPr>
            <p:ph type="sldNum" idx="77"/>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F6EAB88C-552B-4552-9996-53DBA1AB68DA}"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292" name="PlaceHolder 6"/>
          <p:cNvSpPr>
            <a:spLocks noGrp="1"/>
          </p:cNvSpPr>
          <p:nvPr>
            <p:ph type="dt" idx="78"/>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8"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 name="Forma Livre: Forma 1"/>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297" name="Forma Livre: Forma 2"/>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298"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299"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00"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01" name="PlaceHolder 4"/>
          <p:cNvSpPr>
            <a:spLocks noGrp="1"/>
          </p:cNvSpPr>
          <p:nvPr>
            <p:ph type="ftr" idx="79"/>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02" name="PlaceHolder 5"/>
          <p:cNvSpPr>
            <a:spLocks noGrp="1"/>
          </p:cNvSpPr>
          <p:nvPr>
            <p:ph type="sldNum" idx="80"/>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12677BD2-9831-4511-8BAA-02ABF39C0B37}"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03" name="PlaceHolder 6"/>
          <p:cNvSpPr>
            <a:spLocks noGrp="1"/>
          </p:cNvSpPr>
          <p:nvPr>
            <p:ph type="dt" idx="81"/>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00"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08" name="Forma Livre: Forma 7"/>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09"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10"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11"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12" name="PlaceHolder 4"/>
          <p:cNvSpPr>
            <a:spLocks noGrp="1"/>
          </p:cNvSpPr>
          <p:nvPr>
            <p:ph type="ftr" idx="82"/>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13" name="PlaceHolder 5"/>
          <p:cNvSpPr>
            <a:spLocks noGrp="1"/>
          </p:cNvSpPr>
          <p:nvPr>
            <p:ph type="sldNum" idx="83"/>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D251071D-004D-4F69-A222-00CF6EFA88F3}"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14" name="PlaceHolder 6"/>
          <p:cNvSpPr>
            <a:spLocks noGrp="1"/>
          </p:cNvSpPr>
          <p:nvPr>
            <p:ph type="dt" idx="84"/>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02"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19" name="Forma Livre: Forma 7"/>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20"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21"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22"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23" name="PlaceHolder 4"/>
          <p:cNvSpPr>
            <a:spLocks noGrp="1"/>
          </p:cNvSpPr>
          <p:nvPr>
            <p:ph type="ftr" idx="85"/>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24" name="PlaceHolder 5"/>
          <p:cNvSpPr>
            <a:spLocks noGrp="1"/>
          </p:cNvSpPr>
          <p:nvPr>
            <p:ph type="sldNum" idx="86"/>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679F3409-7252-4685-BD0A-B51F22A21AC2}"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25" name="PlaceHolder 6"/>
          <p:cNvSpPr>
            <a:spLocks noGrp="1"/>
          </p:cNvSpPr>
          <p:nvPr>
            <p:ph type="dt" idx="87"/>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04"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9" name="Forma Livre: Forma 6"/>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30" name="Forma Livre: Forma 7"/>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31"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32"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33"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34" name="PlaceHolder 4"/>
          <p:cNvSpPr>
            <a:spLocks noGrp="1"/>
          </p:cNvSpPr>
          <p:nvPr>
            <p:ph type="ftr" idx="88"/>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35" name="PlaceHolder 5"/>
          <p:cNvSpPr>
            <a:spLocks noGrp="1"/>
          </p:cNvSpPr>
          <p:nvPr>
            <p:ph type="sldNum" idx="89"/>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BB976E91-9C35-42F2-8D1E-74574AF73516}"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36" name="PlaceHolder 6"/>
          <p:cNvSpPr>
            <a:spLocks noGrp="1"/>
          </p:cNvSpPr>
          <p:nvPr>
            <p:ph type="dt" idx="90"/>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06"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 name="Forma Livre: Forma 7"/>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41" name="Forma Livre: Forma 8"/>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42"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43"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44"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45" name="PlaceHolder 4"/>
          <p:cNvSpPr>
            <a:spLocks noGrp="1"/>
          </p:cNvSpPr>
          <p:nvPr>
            <p:ph type="ftr" idx="91"/>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46" name="PlaceHolder 5"/>
          <p:cNvSpPr>
            <a:spLocks noGrp="1"/>
          </p:cNvSpPr>
          <p:nvPr>
            <p:ph type="sldNum" idx="92"/>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71547D97-5AEF-491C-9F70-8394828B04F9}"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47" name="PlaceHolder 6"/>
          <p:cNvSpPr>
            <a:spLocks noGrp="1"/>
          </p:cNvSpPr>
          <p:nvPr>
            <p:ph type="dt" idx="93"/>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08"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1" name="Forma Livre: Forma 9"/>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52" name="Forma Livre: Forma 10"/>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53"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54"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55"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56" name="PlaceHolder 4"/>
          <p:cNvSpPr>
            <a:spLocks noGrp="1"/>
          </p:cNvSpPr>
          <p:nvPr>
            <p:ph type="ftr" idx="94"/>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57" name="PlaceHolder 5"/>
          <p:cNvSpPr>
            <a:spLocks noGrp="1"/>
          </p:cNvSpPr>
          <p:nvPr>
            <p:ph type="sldNum" idx="95"/>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67356A6-32CD-4060-89E3-A8C5B16784E5}"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58" name="PlaceHolder 6"/>
          <p:cNvSpPr>
            <a:spLocks noGrp="1"/>
          </p:cNvSpPr>
          <p:nvPr>
            <p:ph type="dt" idx="96"/>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0"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2" name="Forma Livre: Forma 5"/>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63" name="Forma Livre: Forma 6"/>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64"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65"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66"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67" name="PlaceHolder 4"/>
          <p:cNvSpPr>
            <a:spLocks noGrp="1"/>
          </p:cNvSpPr>
          <p:nvPr>
            <p:ph type="ftr" idx="97"/>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68" name="PlaceHolder 5"/>
          <p:cNvSpPr>
            <a:spLocks noGrp="1"/>
          </p:cNvSpPr>
          <p:nvPr>
            <p:ph type="sldNum" idx="98"/>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2EFC9876-76A6-48AD-9B62-3FBF24A81562}"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69" name="PlaceHolder 6"/>
          <p:cNvSpPr>
            <a:spLocks noGrp="1"/>
          </p:cNvSpPr>
          <p:nvPr>
            <p:ph type="dt" idx="99"/>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2"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3" name="Forma Livre: Forma 4"/>
          <p:cNvSpPr/>
          <p:nvPr/>
        </p:nvSpPr>
        <p:spPr>
          <a:xfrm>
            <a:off x="0" y="0"/>
            <a:ext cx="10078920" cy="5668920"/>
          </a:xfrm>
          <a:custGeom>
            <a:avLst/>
            <a:gdLst>
              <a:gd name="textAreaLeft" fmla="*/ 0 w 10078920"/>
              <a:gd name="textAreaRight" fmla="*/ 10080360 w 10078920"/>
              <a:gd name="textAreaTop" fmla="*/ 0 h 5668920"/>
              <a:gd name="textAreaBottom" fmla="*/ 5670360 h 566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fillRef idx="0"/>
          <a:effectRef idx="0"/>
          <a:fontRef idx="minor"/>
        </p:style>
        <p:txBody>
          <a:bodyPr wrap="none" lIns="0" tIns="0" rIns="0" bIns="0" anchor="t">
            <a:noAutofit/>
          </a:bodyPr>
          <a:p>
            <a:endParaRPr lang="pt-BR" sz="1800" b="0" u="none" strike="noStrike">
              <a:solidFill>
                <a:srgbClr val="FFFFFF"/>
              </a:solidFill>
              <a:effectLst/>
              <a:uFillTx/>
              <a:latin typeface="Arial"/>
            </a:endParaRPr>
          </a:p>
        </p:txBody>
      </p:sp>
      <p:sp>
        <p:nvSpPr>
          <p:cNvPr id="374" name="Forma Livre: Forma 5"/>
          <p:cNvSpPr/>
          <p:nvPr/>
        </p:nvSpPr>
        <p:spPr>
          <a:xfrm>
            <a:off x="2520000" y="1350000"/>
            <a:ext cx="5038920" cy="1888920"/>
          </a:xfrm>
          <a:custGeom>
            <a:avLst/>
            <a:gdLst>
              <a:gd name="textAreaLeft" fmla="*/ 0 w 5038920"/>
              <a:gd name="textAreaRight" fmla="*/ 5040360 w 5038920"/>
              <a:gd name="textAreaTop" fmla="*/ 0 h 1888920"/>
              <a:gd name="textAreaBottom" fmla="*/ 1890360 h 1888920"/>
              <a:gd name="GluePoint1X" fmla="*/ 63 w 21600"/>
              <a:gd name="GluePoint1Y" fmla="*/ 64 h 21600"/>
              <a:gd name="GluePoint2X" fmla="*/ 65 w 21600"/>
              <a:gd name="GluePoint2Y" fmla="*/ 66 h 21600"/>
              <a:gd name="GluePoint3X" fmla="*/ 63 w 21600"/>
              <a:gd name="GluePoint3Y" fmla="*/ 67 h 21600"/>
              <a:gd name="GluePoint4X" fmla="*/ 68 w 21600"/>
              <a:gd name="GluePoint4Y" fmla="*/ 66 h 21600"/>
              <a:gd name="GluePoint5X" fmla="*/ 17 w 21600"/>
              <a:gd name="GluePoint5Y" fmla="*/ 18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lnTo>
                  <a:pt x="0" y="3590"/>
                </a:lnTo>
                <a:lnTo>
                  <a:pt x="0" y="6280"/>
                </a:lnTo>
                <a:lnTo>
                  <a:pt x="0" y="8970"/>
                </a:lnTo>
                <a:lnTo>
                  <a:pt x="0" y="12630"/>
                </a:lnTo>
                <a:lnTo>
                  <a:pt x="0" y="15320"/>
                </a:lnTo>
                <a:lnTo>
                  <a:pt x="0" y="18010"/>
                </a:lnTo>
                <a:lnTo>
                  <a:pt x="0" y="21600"/>
                </a:lnTo>
                <a:lnTo>
                  <a:pt x="3590" y="21600"/>
                </a:lnTo>
                <a:lnTo>
                  <a:pt x="3449" y="39510"/>
                </a:lnTo>
                <a:lnTo>
                  <a:pt x="8970" y="21600"/>
                </a:lnTo>
                <a:lnTo>
                  <a:pt x="12630" y="21600"/>
                </a:lnTo>
                <a:lnTo>
                  <a:pt x="15320" y="21600"/>
                </a:lnTo>
                <a:lnTo>
                  <a:pt x="18010" y="21600"/>
                </a:lnTo>
                <a:lnTo>
                  <a:pt x="21600" y="21600"/>
                </a:lnTo>
                <a:lnTo>
                  <a:pt x="21600" y="18010"/>
                </a:lnTo>
                <a:lnTo>
                  <a:pt x="21600" y="15320"/>
                </a:lnTo>
                <a:lnTo>
                  <a:pt x="21600" y="12630"/>
                </a:lnTo>
                <a:lnTo>
                  <a:pt x="21600" y="8970"/>
                </a:lnTo>
                <a:lnTo>
                  <a:pt x="21600" y="6280"/>
                </a:lnTo>
                <a:lnTo>
                  <a:pt x="21600" y="3590"/>
                </a:lnTo>
                <a:lnTo>
                  <a:pt x="21600" y="0"/>
                </a:lnTo>
                <a:lnTo>
                  <a:pt x="18010" y="0"/>
                </a:lnTo>
                <a:lnTo>
                  <a:pt x="15320" y="0"/>
                </a:lnTo>
                <a:lnTo>
                  <a:pt x="12630" y="0"/>
                </a:lnTo>
                <a:lnTo>
                  <a:pt x="8970" y="0"/>
                </a:lnTo>
                <a:lnTo>
                  <a:pt x="6280" y="0"/>
                </a:lnTo>
                <a:lnTo>
                  <a:pt x="3590" y="0"/>
                </a:lnTo>
                <a:lnTo>
                  <a:pt x="0" y="0"/>
                </a:lnTo>
                <a:close/>
              </a:path>
            </a:pathLst>
          </a:custGeom>
          <a:solidFill>
            <a:srgbClr val="FFFFFF"/>
          </a:solidFill>
          <a:ln w="72000">
            <a:solidFill>
              <a:srgbClr val="1ABC9C"/>
            </a:solidFill>
            <a:miter/>
          </a:ln>
        </p:spPr>
        <p:style>
          <a:lnRef idx="0"/>
          <a:fillRef idx="0"/>
          <a:effectRef idx="0"/>
          <a:fontRef idx="minor"/>
        </p:style>
        <p:txBody>
          <a:bodyPr wrap="none" lIns="120600" tIns="75600" rIns="120600" bIns="75600" anchor="ctr">
            <a:noAutofit/>
          </a:bodyPr>
          <a:p>
            <a:endParaRPr lang="pt-BR" sz="1800" b="0" u="none" strike="noStrike">
              <a:solidFill>
                <a:srgbClr val="000000"/>
              </a:solidFill>
              <a:effectLst/>
              <a:uFillTx/>
              <a:latin typeface="Arial"/>
            </a:endParaRPr>
          </a:p>
        </p:txBody>
      </p:sp>
      <p:sp>
        <p:nvSpPr>
          <p:cNvPr id="375" name="PlaceHolder 1"/>
          <p:cNvSpPr>
            <a:spLocks noGrp="1"/>
          </p:cNvSpPr>
          <p:nvPr>
            <p:ph type="title"/>
          </p:nvPr>
        </p:nvSpPr>
        <p:spPr>
          <a:xfrm>
            <a:off x="504000" y="560880"/>
            <a:ext cx="9070920" cy="274680"/>
          </a:xfrm>
          <a:prstGeom prst="rect">
            <a:avLst/>
          </a:prstGeom>
          <a:noFill/>
          <a:ln w="0">
            <a:noFill/>
          </a:ln>
        </p:spPr>
        <p:txBody>
          <a:bodyPr lIns="0" tIns="0" rIns="0" bIns="0" anchor="ctr">
            <a:spAutoFit/>
          </a:bodyPr>
          <a:lstStyle>
            <a:lvl1pPr indent="0" algn="l">
              <a:buNone/>
              <a:defRPr lang="pt-BR" sz="1800" b="0" u="none" strike="noStrike">
                <a:solidFill>
                  <a:srgbClr val="000000"/>
                </a:solidFill>
                <a:effectLst/>
                <a:uFillTx/>
                <a:latin typeface="Arial"/>
              </a:defRPr>
            </a:lvl1pPr>
          </a:lstStyle>
          <a:p>
            <a:pPr indent="0" algn="l">
              <a:buNone/>
            </a:pPr>
            <a:r>
              <a:rPr lang="pt-BR" sz="1800" b="0" u="none" strike="noStrike">
                <a:solidFill>
                  <a:srgbClr val="000000"/>
                </a:solidFill>
                <a:effectLst/>
                <a:uFillTx/>
                <a:latin typeface="Arial"/>
              </a:rPr>
              <a:t>Clique para editar o formato do texto do título</a:t>
            </a:r>
            <a:endParaRPr lang="pt-BR" sz="1800" b="0" u="none" strike="noStrike">
              <a:solidFill>
                <a:srgbClr val="000000"/>
              </a:solidFill>
              <a:effectLst/>
              <a:uFillTx/>
              <a:latin typeface="Arial"/>
            </a:endParaRPr>
          </a:p>
        </p:txBody>
      </p:sp>
      <p:sp>
        <p:nvSpPr>
          <p:cNvPr id="376" name="PlaceHolder 2"/>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77" name="PlaceHolder 3"/>
          <p:cNvSpPr>
            <a:spLocks noGrp="1"/>
          </p:cNvSpPr>
          <p:nvPr>
            <p:ph type="body"/>
          </p:nvPr>
        </p:nvSpPr>
        <p:spPr>
          <a:xfrm>
            <a:off x="504000" y="1326600"/>
            <a:ext cx="9070920" cy="3287520"/>
          </a:xfrm>
          <a:prstGeom prst="rect">
            <a:avLst/>
          </a:prstGeom>
          <a:noFill/>
          <a:ln w="0">
            <a:noFill/>
          </a:ln>
        </p:spPr>
        <p:txBody>
          <a:bodyPr lIns="0" tIns="0" rIns="0" bIns="0" anchor="t">
            <a:normAutofit/>
          </a:bodyPr>
          <a:lstStyle>
            <a:lvl1pPr algn="l">
              <a:buClr>
                <a:srgbClr val="000000"/>
              </a:buClr>
              <a:buFont typeface="Wingdings" charset="2"/>
              <a:buChar char=""/>
              <a:defRPr lang="pt-BR" sz="1800" b="0" u="none" strike="noStrike">
                <a:solidFill>
                  <a:srgbClr val="000000"/>
                </a:solidFill>
                <a:effectLst/>
                <a:uFillTx/>
                <a:latin typeface="Arial"/>
              </a:defRPr>
            </a:lvl1pPr>
            <a:lvl2pPr lvl="1" algn="l">
              <a:buClr>
                <a:srgbClr val="000000"/>
              </a:buClr>
              <a:buSzPct val="75000"/>
              <a:buFont typeface="Symbol" charset="2"/>
              <a:buChar char=""/>
              <a:defRPr lang="pt-BR" sz="1800" b="0" u="none" strike="noStrike">
                <a:solidFill>
                  <a:srgbClr val="000000"/>
                </a:solidFill>
                <a:effectLst/>
                <a:uFillTx/>
                <a:latin typeface="Arial"/>
              </a:defRPr>
            </a:lvl2pPr>
            <a:lvl3pPr lvl="2" algn="l">
              <a:buClr>
                <a:srgbClr val="000000"/>
              </a:buClr>
              <a:buSzPct val="45000"/>
              <a:buFont typeface="Wingdings" charset="2"/>
              <a:buChar char=""/>
              <a:defRPr lang="pt-BR" sz="1800" b="0" u="none" strike="noStrike">
                <a:solidFill>
                  <a:srgbClr val="000000"/>
                </a:solidFill>
                <a:effectLst/>
                <a:uFillTx/>
                <a:latin typeface="Arial"/>
              </a:defRPr>
            </a:lvl3pPr>
            <a:lvl4pPr lvl="3" algn="l">
              <a:buClr>
                <a:srgbClr val="000000"/>
              </a:buClr>
              <a:buSzPct val="75000"/>
              <a:buFont typeface="Symbol" charset="2"/>
              <a:buChar char=""/>
              <a:defRPr lang="pt-BR" sz="1800" b="0" u="none" strike="noStrike">
                <a:solidFill>
                  <a:srgbClr val="000000"/>
                </a:solidFill>
                <a:effectLst/>
                <a:uFillTx/>
                <a:latin typeface="Arial"/>
              </a:defRPr>
            </a:lvl4pPr>
            <a:lvl5pPr lvl="4" algn="l">
              <a:buClr>
                <a:srgbClr val="000000"/>
              </a:buClr>
              <a:buSzPct val="45000"/>
              <a:buFont typeface="Wingdings" charset="2"/>
              <a:buChar char=""/>
              <a:defRPr lang="pt-BR" sz="1800" b="0" u="none" strike="noStrike">
                <a:solidFill>
                  <a:srgbClr val="000000"/>
                </a:solidFill>
                <a:effectLst/>
                <a:uFillTx/>
                <a:latin typeface="Arial"/>
              </a:defRPr>
            </a:lvl5pPr>
            <a:lvl6pPr lvl="5" algn="l">
              <a:buClr>
                <a:srgbClr val="000000"/>
              </a:buClr>
              <a:buSzPct val="45000"/>
              <a:buFont typeface="Wingdings" charset="2"/>
              <a:buChar char=""/>
              <a:defRPr lang="pt-BR" sz="1800" b="0" u="none" strike="noStrike">
                <a:solidFill>
                  <a:srgbClr val="000000"/>
                </a:solidFill>
                <a:effectLst/>
                <a:uFillTx/>
                <a:latin typeface="Arial"/>
              </a:defRPr>
            </a:lvl6pPr>
            <a:lvl7pPr lvl="6" algn="l">
              <a:buClr>
                <a:srgbClr val="000000"/>
              </a:buClr>
              <a:buSzPct val="45000"/>
              <a:buFont typeface="Wingdings" charset="2"/>
              <a:buChar char=""/>
              <a:defRPr lang="pt-BR" sz="1800" b="0" u="none" strike="noStrike">
                <a:solidFill>
                  <a:srgbClr val="000000"/>
                </a:solidFill>
                <a:effectLst/>
                <a:uFillTx/>
                <a:latin typeface="Arial"/>
              </a:defRPr>
            </a:lvl7pPr>
          </a:lstStyle>
          <a:p>
            <a:pPr indent="-324000" algn="l">
              <a:buClr>
                <a:srgbClr val="000000"/>
              </a:buClr>
              <a:buFont typeface="Wingdings" charset="2"/>
              <a:buChar char=""/>
            </a:pPr>
            <a:r>
              <a:rPr lang="pt-BR" sz="1800" b="0" u="none" strike="noStrike">
                <a:solidFill>
                  <a:srgbClr val="000000"/>
                </a:solidFill>
                <a:effectLst/>
                <a:uFillTx/>
                <a:latin typeface="Arial"/>
              </a:rPr>
              <a:t>Clique para editar o formato de texto dos tópicos</a:t>
            </a:r>
            <a:endParaRPr lang="pt-BR"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pt-BR" sz="1800" b="0" u="none" strike="noStrike">
                <a:solidFill>
                  <a:srgbClr val="000000"/>
                </a:solidFill>
                <a:effectLst/>
                <a:uFillTx/>
                <a:latin typeface="Arial"/>
              </a:rPr>
              <a:t>2.º nível de tópicos</a:t>
            </a:r>
            <a:endParaRPr lang="pt-BR"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pt-BR" sz="1800" b="0" u="none" strike="noStrike">
                <a:solidFill>
                  <a:srgbClr val="000000"/>
                </a:solidFill>
                <a:effectLst/>
                <a:uFillTx/>
                <a:latin typeface="Arial"/>
              </a:rPr>
              <a:t>3.º nível de tópicos</a:t>
            </a:r>
            <a:endParaRPr lang="pt-BR"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pt-BR" sz="1800" b="0" u="none" strike="noStrike">
                <a:solidFill>
                  <a:srgbClr val="000000"/>
                </a:solidFill>
                <a:effectLst/>
                <a:uFillTx/>
                <a:latin typeface="Arial"/>
              </a:rPr>
              <a:t>4.º nível de tópicos</a:t>
            </a:r>
            <a:endParaRPr lang="pt-BR"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pt-BR" sz="1800" b="0" u="none" strike="noStrike">
                <a:solidFill>
                  <a:srgbClr val="000000"/>
                </a:solidFill>
                <a:effectLst/>
                <a:uFillTx/>
                <a:latin typeface="Arial"/>
              </a:rPr>
              <a:t>5.º nível de tópicos</a:t>
            </a:r>
            <a:endParaRPr lang="pt-BR"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pt-BR" sz="1800" b="0" u="none" strike="noStrike">
                <a:solidFill>
                  <a:srgbClr val="000000"/>
                </a:solidFill>
                <a:effectLst/>
                <a:uFillTx/>
                <a:latin typeface="Arial"/>
              </a:rPr>
              <a:t>6.º nível de tópicos</a:t>
            </a:r>
            <a:endParaRPr lang="pt-BR"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pt-BR" sz="1800" b="0" u="none" strike="noStrike">
                <a:solidFill>
                  <a:srgbClr val="000000"/>
                </a:solidFill>
                <a:effectLst/>
                <a:uFillTx/>
                <a:latin typeface="Arial"/>
              </a:rPr>
              <a:t>7.º nível de tópicos</a:t>
            </a:r>
            <a:endParaRPr lang="pt-BR" sz="1800" b="0" u="none" strike="noStrike">
              <a:solidFill>
                <a:srgbClr val="000000"/>
              </a:solidFill>
              <a:effectLst/>
              <a:uFillTx/>
              <a:latin typeface="Arial"/>
            </a:endParaRPr>
          </a:p>
        </p:txBody>
      </p:sp>
      <p:sp>
        <p:nvSpPr>
          <p:cNvPr id="378" name="PlaceHolder 4"/>
          <p:cNvSpPr>
            <a:spLocks noGrp="1"/>
          </p:cNvSpPr>
          <p:nvPr>
            <p:ph type="ftr" idx="100"/>
          </p:nvPr>
        </p:nvSpPr>
        <p:spPr>
          <a:xfrm>
            <a:off x="3420000" y="5400000"/>
            <a:ext cx="3238920" cy="310320"/>
          </a:xfrm>
          <a:prstGeom prst="rect">
            <a:avLst/>
          </a:prstGeom>
          <a:noFill/>
          <a:ln w="12600">
            <a:noFill/>
          </a:ln>
        </p:spPr>
        <p:txBody>
          <a:bodyPr lIns="0" tIns="0" rIns="0" bIns="0" anchor="t">
            <a:noAutofit/>
          </a:bodyPr>
          <a:lstStyle>
            <a:lvl1pPr indent="0" algn="l">
              <a:lnSpc>
                <a:spcPct val="100000"/>
              </a:lnSpc>
              <a:buNone/>
              <a:tabLst>
                <a:tab pos="0" algn="l"/>
              </a:tabLst>
              <a:defRPr lang="pt-BR" sz="1400" b="0" u="none" strike="noStrike">
                <a:solidFill>
                  <a:srgbClr val="000000"/>
                </a:solidFill>
                <a:effectLst/>
                <a:uFillTx/>
                <a:latin typeface="Times New Roman"/>
              </a:defRPr>
            </a:lvl1pPr>
          </a:lstStyle>
          <a:p>
            <a:pPr indent="0" algn="l">
              <a:lnSpc>
                <a:spcPct val="100000"/>
              </a:lnSpc>
              <a:buNone/>
              <a:tabLst>
                <a:tab pos="0" algn="l"/>
              </a:tabLst>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79" name="PlaceHolder 5"/>
          <p:cNvSpPr>
            <a:spLocks noGrp="1"/>
          </p:cNvSpPr>
          <p:nvPr>
            <p:ph type="sldNum" idx="101"/>
          </p:nvPr>
        </p:nvSpPr>
        <p:spPr>
          <a:xfrm>
            <a:off x="9180000" y="5130000"/>
            <a:ext cx="718920" cy="538920"/>
          </a:xfrm>
          <a:prstGeom prst="rect">
            <a:avLst/>
          </a:prstGeom>
          <a:noFill/>
          <a:ln w="12600">
            <a:noFill/>
          </a:ln>
        </p:spPr>
        <p:txBody>
          <a:bodyPr lIns="0" tIns="0" rIns="0" bIns="0" anchor="ctr">
            <a:noAutofit/>
          </a:bodyPr>
          <a:lstStyle>
            <a:lvl1pPr indent="0" algn="ctr">
              <a:lnSpc>
                <a:spcPct val="100000"/>
              </a:lnSpc>
              <a:buNone/>
              <a:tabLst>
                <a:tab pos="0" algn="l"/>
              </a:tabLst>
              <a:defRPr lang="pt-BR" sz="1800" b="1" u="none" strike="noStrike">
                <a:solidFill>
                  <a:srgbClr val="FFFFFF"/>
                </a:solidFill>
                <a:effectLst/>
                <a:uFillTx/>
                <a:latin typeface="Noto Sans"/>
                <a:ea typeface="Noto Sans CJK JP:palt"/>
              </a:defRPr>
            </a:lvl1pPr>
          </a:lstStyle>
          <a:p>
            <a:pPr indent="0" algn="ctr">
              <a:lnSpc>
                <a:spcPct val="100000"/>
              </a:lnSpc>
              <a:buNone/>
              <a:tabLst>
                <a:tab pos="0" algn="l"/>
              </a:tabLst>
            </a:pPr>
            <a:fld id="{ABEDC84D-2244-4CAD-82B0-35EF017C84BD}"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Times New Roman"/>
            </a:endParaRPr>
          </a:p>
        </p:txBody>
      </p:sp>
      <p:sp>
        <p:nvSpPr>
          <p:cNvPr id="380" name="PlaceHolder 6"/>
          <p:cNvSpPr>
            <a:spLocks noGrp="1"/>
          </p:cNvSpPr>
          <p:nvPr>
            <p:ph type="dt" idx="102"/>
          </p:nvPr>
        </p:nvSpPr>
        <p:spPr>
          <a:xfrm>
            <a:off x="360000" y="5400000"/>
            <a:ext cx="2878920" cy="310320"/>
          </a:xfrm>
          <a:prstGeom prst="rect">
            <a:avLst/>
          </a:prstGeom>
          <a:noFill/>
          <a:ln w="12600">
            <a:noFill/>
          </a:ln>
        </p:spPr>
        <p:txBody>
          <a:bodyPr lIns="0" tIns="0" rIns="0" bIns="0" anchor="t">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4"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0.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0.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0.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8.png"/><Relationship Id="rId3" Type="http://schemas.openxmlformats.org/officeDocument/2006/relationships/slideLayout" Target="../slideLayouts/slideLayout10.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slideLayout" Target="../slideLayouts/slideLayout10.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0.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0.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0.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0.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0" name="PlaceHolder 1"/>
          <p:cNvSpPr>
            <a:spLocks noGrp="1"/>
          </p:cNvSpPr>
          <p:nvPr>
            <p:ph type="title"/>
          </p:nvPr>
        </p:nvSpPr>
        <p:spPr>
          <a:xfrm>
            <a:off x="360000" y="1370880"/>
            <a:ext cx="9358920" cy="969120"/>
          </a:xfrm>
          <a:prstGeom prst="rect">
            <a:avLst/>
          </a:prstGeom>
          <a:noFill/>
          <a:ln w="12600">
            <a:noFill/>
          </a:ln>
        </p:spPr>
        <p:txBody>
          <a:bodyPr lIns="0" tIns="0" rIns="0" bIns="0" anchor="ctr" anchorCtr="1">
            <a:spAutoFit/>
          </a:bodyPr>
          <a:p>
            <a:pPr indent="0" algn="ctr">
              <a:lnSpc>
                <a:spcPct val="100000"/>
              </a:lnSpc>
              <a:spcBef>
                <a:spcPts val="1191"/>
              </a:spcBef>
              <a:spcAft>
                <a:spcPts val="989"/>
              </a:spcAft>
              <a:buNone/>
              <a:tabLst>
                <a:tab pos="0" algn="l"/>
              </a:tabLst>
            </a:pPr>
            <a:br>
              <a:rPr sz="1600"/>
            </a:br>
            <a:r>
              <a:rPr lang="pt-BR" sz="4000" b="1" u="none" strike="noStrike">
                <a:solidFill>
                  <a:srgbClr val="FFFFFF"/>
                </a:solidFill>
                <a:effectLst/>
                <a:uFillTx/>
                <a:latin typeface="Noto Sans"/>
              </a:rPr>
              <a:t>Abordagens de Teste</a:t>
            </a:r>
            <a:endParaRPr lang="pt-BR" sz="4000" b="0" u="none" strike="noStrike">
              <a:solidFill>
                <a:srgbClr val="000000"/>
              </a:solidFill>
              <a:effectLst/>
              <a:uFillTx/>
              <a:latin typeface="Arial"/>
            </a:endParaRPr>
          </a:p>
        </p:txBody>
      </p:sp>
      <p:sp>
        <p:nvSpPr>
          <p:cNvPr id="391" name="PlaceHolder 2"/>
          <p:cNvSpPr>
            <a:spLocks noGrp="1"/>
          </p:cNvSpPr>
          <p:nvPr>
            <p:ph type="subTitle"/>
          </p:nvPr>
        </p:nvSpPr>
        <p:spPr>
          <a:xfrm>
            <a:off x="360000" y="3913920"/>
            <a:ext cx="9358920" cy="1486080"/>
          </a:xfrm>
          <a:prstGeom prst="rect">
            <a:avLst/>
          </a:prstGeom>
          <a:noFill/>
          <a:ln w="12600">
            <a:noFill/>
          </a:ln>
        </p:spPr>
        <p:txBody>
          <a:bodyPr lIns="0" tIns="0" rIns="0" bIns="0" anchor="ctr" anchorCtr="1">
            <a:spAutoFit/>
          </a:bodyPr>
          <a:p>
            <a:pPr indent="0" algn="ctr">
              <a:lnSpc>
                <a:spcPct val="100000"/>
              </a:lnSpc>
              <a:spcBef>
                <a:spcPts val="1191"/>
              </a:spcBef>
              <a:spcAft>
                <a:spcPts val="989"/>
              </a:spcAft>
              <a:buNone/>
              <a:tabLst>
                <a:tab pos="0" algn="l"/>
              </a:tabLst>
            </a:pPr>
            <a:r>
              <a:rPr lang="pt-BR" sz="1600" b="1" u="none" strike="noStrike">
                <a:solidFill>
                  <a:srgbClr val="FFFFFF"/>
                </a:solidFill>
                <a:effectLst/>
                <a:uFillTx/>
                <a:latin typeface="Noto Sans"/>
              </a:rPr>
              <a:t>Apresentação: Prof. Carlos Alberto</a:t>
            </a:r>
            <a:endParaRPr lang="pt-BR" sz="1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B65036B6-33F8-4052-AA37-5A8C917CE888}" type="slidenum">
              <a:rPr lang="pt-BR" sz="1800" b="1" u="none" strike="noStrike">
                <a:solidFill>
                  <a:srgbClr val="FFFFFF"/>
                </a:solidFill>
                <a:effectLst/>
                <a:uFillTx/>
                <a:latin typeface="Noto Sans"/>
                <a:ea typeface="Noto Sans CJK JP:palt"/>
              </a:rPr>
              <a:t>1</a:t>
            </a:fld>
            <a:endParaRPr lang="pt-BR" sz="1800" b="0" u="none" strike="noStrike">
              <a:solidFill>
                <a:srgbClr val="000000"/>
              </a:solidFill>
              <a:effectLst/>
              <a:uFillTx/>
              <a:latin typeface="Arial"/>
            </a:endParaRPr>
          </a:p>
        </p:txBody>
      </p:sp>
      <p:sp>
        <p:nvSpPr>
          <p:cNvPr id="393" name="PlaceHolder 1"/>
          <p:cNvSpPr>
            <a:spLocks noGrp="1"/>
          </p:cNvSpPr>
          <p:nvPr>
            <p:ph type="title"/>
          </p:nvPr>
        </p:nvSpPr>
        <p:spPr>
          <a:xfrm>
            <a:off x="360000" y="225720"/>
            <a:ext cx="9358920" cy="718920"/>
          </a:xfrm>
          <a:prstGeom prst="rect">
            <a:avLst/>
          </a:prstGeom>
          <a:noFill/>
          <a:ln w="12600">
            <a:noFill/>
          </a:ln>
        </p:spPr>
        <p:txBody>
          <a:bodyPr lIns="0" tIns="0" rIns="0" bIns="0" anchor="ctr">
            <a:noAutofit/>
          </a:bodyPr>
          <a:p>
            <a:pPr indent="0" algn="l">
              <a:lnSpc>
                <a:spcPct val="100000"/>
              </a:lnSpc>
              <a:buNone/>
              <a:tabLst>
                <a:tab pos="0" algn="l"/>
              </a:tabLst>
            </a:pPr>
            <a:r>
              <a:rPr lang="pt-BR" sz="3200" b="1" u="none" strike="noStrike">
                <a:solidFill>
                  <a:srgbClr val="FFFFFF"/>
                </a:solidFill>
                <a:effectLst/>
                <a:uFillTx/>
                <a:latin typeface="Noto Sans"/>
              </a:rPr>
              <a:t>Apresentação</a:t>
            </a:r>
            <a:endParaRPr lang="pt-BR" sz="3200" b="0" u="none" strike="noStrike">
              <a:solidFill>
                <a:srgbClr val="000000"/>
              </a:solidFill>
              <a:effectLst/>
              <a:uFillTx/>
              <a:latin typeface="Arial"/>
            </a:endParaRPr>
          </a:p>
        </p:txBody>
      </p:sp>
      <p:sp>
        <p:nvSpPr>
          <p:cNvPr id="394" name="PlaceHolder 2"/>
          <p:cNvSpPr>
            <a:spLocks noGrp="1"/>
          </p:cNvSpPr>
          <p:nvPr>
            <p:ph/>
          </p:nvPr>
        </p:nvSpPr>
        <p:spPr>
          <a:xfrm>
            <a:off x="360000" y="1485000"/>
            <a:ext cx="9358920" cy="3778920"/>
          </a:xfrm>
          <a:prstGeom prst="rect">
            <a:avLst/>
          </a:prstGeom>
          <a:noFill/>
          <a:ln w="12600">
            <a:noFill/>
          </a:ln>
        </p:spPr>
        <p:txBody>
          <a:bodyPr lIns="0" tIns="0" rIns="0" bIns="0" anchor="t">
            <a:normAutofit lnSpcReduction="9999"/>
          </a:bodyPr>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O teste de software serve, basicamente, para averiguar se o software, ou partes dele estão funcionando corretamente em consonância com os requisitos e as necessidades dos usuários. Além disso, encontrar problemas antes da entrega final ao usuário vai garantir um produto com maior qualidade, confiabilidade e segurança.</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Ao planejar os testes, é importante escolher as abordagens de teste que serão utilizadas. Dentre as abordagens de teste, as principais são a do teste de caixa-branca, caixa-preta e caixa-cinza, que servem para testar a estrutura interna e as saídas apresentadas pelo sistema.</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Nesta Unidade de Aprendizagem, você verá mais sobre a aplicação e as características dos testes de caixa-branca, caixa-preta e caixa-cinza.</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Bons estudos.</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Ao final desta Unidade de Aprendizagem, você deve apresentar os seguintes aprendizados:</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Interpretar o teste de caixa branca.</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Identificar o teste de caixa preta.</a:t>
            </a:r>
            <a:endParaRPr lang="pt-BR" sz="1900" b="0" u="none" strike="noStrike">
              <a:solidFill>
                <a:srgbClr val="000000"/>
              </a:solidFill>
              <a:effectLst/>
              <a:uFillTx/>
              <a:latin typeface="Arial"/>
            </a:endParaRPr>
          </a:p>
          <a:p>
            <a:pPr marL="432000" indent="-324000" algn="just">
              <a:lnSpc>
                <a:spcPct val="80000"/>
              </a:lnSpc>
              <a:buClr>
                <a:srgbClr val="2C3E50"/>
              </a:buClr>
              <a:buSzPct val="45000"/>
              <a:buFont typeface="Wingdings" charset="2"/>
              <a:buChar char=""/>
            </a:pPr>
            <a:r>
              <a:rPr lang="pt-BR" sz="1900" b="1" u="none" strike="noStrike">
                <a:solidFill>
                  <a:srgbClr val="2C3E50"/>
                </a:solidFill>
                <a:effectLst/>
                <a:uFillTx/>
                <a:latin typeface="Noto Sans"/>
              </a:rPr>
              <a:t>Descrever o teste de caixa cinza.</a:t>
            </a:r>
            <a:endParaRPr lang="pt-BR" sz="19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D9809E28-9FC3-423A-BF92-6717E0B89661}" type="slidenum">
              <a:rPr lang="pt-BR" sz="1800" b="1" u="none" strike="noStrike">
                <a:solidFill>
                  <a:srgbClr val="FFFFFF"/>
                </a:solidFill>
                <a:effectLst/>
                <a:uFillTx/>
                <a:latin typeface="Noto Sans"/>
                <a:ea typeface="Noto Sans CJK JP:palt"/>
              </a:rPr>
              <a:t>2</a:t>
            </a:fld>
            <a:endParaRPr lang="pt-BR" sz="1800" b="0" u="none" strike="noStrike">
              <a:solidFill>
                <a:srgbClr val="000000"/>
              </a:solidFill>
              <a:effectLst/>
              <a:uFillTx/>
              <a:latin typeface="Arial"/>
            </a:endParaRPr>
          </a:p>
        </p:txBody>
      </p:sp>
      <p:sp>
        <p:nvSpPr>
          <p:cNvPr id="396" name="CaixaDeTexto 1"/>
          <p:cNvSpPr/>
          <p:nvPr/>
        </p:nvSpPr>
        <p:spPr>
          <a:xfrm>
            <a:off x="104040" y="1239120"/>
            <a:ext cx="9858600" cy="4138920"/>
          </a:xfrm>
          <a:prstGeom prst="rect">
            <a:avLst/>
          </a:prstGeom>
          <a:noFill/>
          <a:ln w="0">
            <a:noFill/>
          </a:ln>
        </p:spPr>
        <p:style>
          <a:lnRef idx="0"/>
          <a:fillRef idx="0"/>
          <a:effectRef idx="0"/>
          <a:fontRef idx="minor"/>
        </p:style>
        <p:txBody>
          <a:bodyPr lIns="90000" tIns="45000" rIns="90000" bIns="45000" anchor="t">
            <a:noAutofit/>
          </a:bodyPr>
          <a:p>
            <a:pPr marL="216000" indent="-216000" algn="just">
              <a:lnSpc>
                <a:spcPct val="100000"/>
              </a:lnSpc>
              <a:spcBef>
                <a:spcPts val="1191"/>
              </a:spcBef>
              <a:spcAft>
                <a:spcPts val="989"/>
              </a:spcAft>
              <a:buClr>
                <a:srgbClr val="000000"/>
              </a:buClr>
              <a:buSzPct val="45000"/>
              <a:buFont typeface="Wingdings" charset="2"/>
              <a:buChar char=""/>
            </a:pPr>
            <a:r>
              <a:rPr lang="pt-BR" sz="1500" b="0" u="none" strike="noStrike">
                <a:solidFill>
                  <a:srgbClr val="2C3E50"/>
                </a:solidFill>
                <a:effectLst/>
                <a:uFillTx/>
                <a:latin typeface="Noto Sans"/>
                <a:ea typeface="Noto Sans CJK JP:palt"/>
              </a:rPr>
              <a:t>A área da engenharia de software trata de todo o processo de desenvolvimento de produtos de software, e indica que as atividades de projeto e de verificação possuem papel fundamental para que seja entregue um produto condizente com os requisitos e as necessidades dos usuários.</a:t>
            </a:r>
            <a:endParaRPr lang="pt-BR" sz="1500" b="0" u="none" strike="noStrike">
              <a:solidFill>
                <a:srgbClr val="000000"/>
              </a:solidFill>
              <a:effectLst/>
              <a:uFillTx/>
              <a:latin typeface="Arial"/>
            </a:endParaRPr>
          </a:p>
        </p:txBody>
      </p:sp>
      <p:pic>
        <p:nvPicPr>
          <p:cNvPr id="397" name=""/>
          <p:cNvPicPr/>
          <p:nvPr/>
        </p:nvPicPr>
        <p:blipFill>
          <a:blip r:embed="rId1"/>
          <a:stretch/>
        </p:blipFill>
        <p:spPr>
          <a:xfrm>
            <a:off x="824400" y="2160360"/>
            <a:ext cx="3854880" cy="2338920"/>
          </a:xfrm>
          <a:prstGeom prst="rect">
            <a:avLst/>
          </a:prstGeom>
          <a:noFill/>
          <a:ln w="12600">
            <a:noFill/>
          </a:ln>
        </p:spPr>
      </p:pic>
      <p:pic>
        <p:nvPicPr>
          <p:cNvPr id="398" name=""/>
          <p:cNvPicPr/>
          <p:nvPr/>
        </p:nvPicPr>
        <p:blipFill>
          <a:blip r:embed="rId2"/>
          <a:stretch/>
        </p:blipFill>
        <p:spPr>
          <a:xfrm>
            <a:off x="5760000" y="2160000"/>
            <a:ext cx="3707640" cy="2320920"/>
          </a:xfrm>
          <a:prstGeom prst="rect">
            <a:avLst/>
          </a:prstGeom>
          <a:noFill/>
          <a:ln w="12600">
            <a:noFill/>
          </a:ln>
        </p:spPr>
      </p:pic>
      <p:sp>
        <p:nvSpPr>
          <p:cNvPr id="399" name="PlaceHolder 6"/>
          <p:cNvSpPr/>
          <p:nvPr/>
        </p:nvSpPr>
        <p:spPr>
          <a:xfrm>
            <a:off x="360360" y="226080"/>
            <a:ext cx="9358920" cy="717840"/>
          </a:xfrm>
          <a:prstGeom prst="rect">
            <a:avLst/>
          </a:prstGeom>
          <a:noFill/>
          <a:ln w="12600">
            <a:noFill/>
          </a:ln>
        </p:spPr>
        <p:style>
          <a:lnRef idx="0"/>
          <a:fillRef idx="0"/>
          <a:effectRef idx="0"/>
          <a:fontRef idx="minor"/>
        </p:style>
        <p:txBody>
          <a:bodyPr lIns="0" tIns="0" rIns="0" bIns="0" anchor="ctr">
            <a:noAutofit/>
          </a:bodyPr>
          <a:p>
            <a:pPr>
              <a:lnSpc>
                <a:spcPct val="100000"/>
              </a:lnSpc>
              <a:tabLst>
                <a:tab pos="0" algn="l"/>
              </a:tabLst>
            </a:pPr>
            <a:r>
              <a:rPr lang="pt-BR" sz="3200" b="1" u="none" strike="noStrike">
                <a:solidFill>
                  <a:srgbClr val="FFFFFF"/>
                </a:solidFill>
                <a:effectLst/>
                <a:uFillTx/>
                <a:latin typeface="Noto Sans"/>
                <a:ea typeface="DejaVu Sans"/>
              </a:rPr>
              <a:t>Desafio</a:t>
            </a:r>
            <a:endParaRPr lang="pt-BR" sz="3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fill="hold">
                                          <p:stCondLst>
                                            <p:cond delay="0"/>
                                          </p:stCondLst>
                                        </p:cTn>
                                        <p:tgtEl>
                                          <p:spTgt spid="3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4CF93586-A320-49B7-AA45-FDD0C9DC50F6}" type="slidenum">
              <a:rPr lang="pt-BR" sz="1800" b="1" u="none" strike="noStrike">
                <a:solidFill>
                  <a:srgbClr val="FFFFFF"/>
                </a:solidFill>
                <a:effectLst/>
                <a:uFillTx/>
                <a:latin typeface="Noto Sans"/>
                <a:ea typeface="Noto Sans CJK JP:palt"/>
              </a:rPr>
              <a:t>2</a:t>
            </a:fld>
            <a:endParaRPr lang="pt-BR" sz="1800" b="0" u="none" strike="noStrike">
              <a:solidFill>
                <a:srgbClr val="000000"/>
              </a:solidFill>
              <a:effectLst/>
              <a:uFillTx/>
              <a:latin typeface="Arial"/>
            </a:endParaRPr>
          </a:p>
        </p:txBody>
      </p:sp>
      <p:pic>
        <p:nvPicPr>
          <p:cNvPr id="401" name=""/>
          <p:cNvPicPr/>
          <p:nvPr/>
        </p:nvPicPr>
        <p:blipFill>
          <a:blip r:embed="rId1"/>
          <a:stretch/>
        </p:blipFill>
        <p:spPr>
          <a:xfrm>
            <a:off x="323640" y="1260000"/>
            <a:ext cx="4535280" cy="2698920"/>
          </a:xfrm>
          <a:prstGeom prst="rect">
            <a:avLst/>
          </a:prstGeom>
          <a:noFill/>
          <a:ln w="12600">
            <a:noFill/>
          </a:ln>
        </p:spPr>
      </p:pic>
      <p:pic>
        <p:nvPicPr>
          <p:cNvPr id="402" name=""/>
          <p:cNvPicPr/>
          <p:nvPr/>
        </p:nvPicPr>
        <p:blipFill>
          <a:blip r:embed="rId2"/>
          <a:stretch/>
        </p:blipFill>
        <p:spPr>
          <a:xfrm>
            <a:off x="4975200" y="1260000"/>
            <a:ext cx="4563720" cy="2698920"/>
          </a:xfrm>
          <a:prstGeom prst="rect">
            <a:avLst/>
          </a:prstGeom>
          <a:noFill/>
          <a:ln w="12600">
            <a:noFill/>
          </a:ln>
        </p:spPr>
      </p:pic>
      <p:sp>
        <p:nvSpPr>
          <p:cNvPr id="403" name="CaixaDeTexto 3"/>
          <p:cNvSpPr/>
          <p:nvPr/>
        </p:nvSpPr>
        <p:spPr>
          <a:xfrm>
            <a:off x="360000" y="4140000"/>
            <a:ext cx="9178920" cy="973800"/>
          </a:xfrm>
          <a:prstGeom prst="rect">
            <a:avLst/>
          </a:prstGeom>
          <a:noFill/>
          <a:ln w="0">
            <a:noFill/>
          </a:ln>
        </p:spPr>
        <p:style>
          <a:lnRef idx="0"/>
          <a:fillRef idx="0"/>
          <a:effectRef idx="0"/>
          <a:fontRef idx="minor"/>
        </p:style>
        <p:txBody>
          <a:bodyPr lIns="90000" tIns="45000" rIns="90000" bIns="45000" anchor="ctr">
            <a:noAutofit/>
          </a:bodyPr>
          <a:p>
            <a:pPr marL="216000" indent="-216000" algn="just">
              <a:lnSpc>
                <a:spcPct val="100000"/>
              </a:lnSpc>
              <a:spcBef>
                <a:spcPts val="1191"/>
              </a:spcBef>
              <a:spcAft>
                <a:spcPts val="989"/>
              </a:spcAft>
              <a:buClr>
                <a:srgbClr val="000000"/>
              </a:buClr>
              <a:buSzPct val="45000"/>
              <a:buFont typeface="Wingdings" charset="2"/>
              <a:buChar char=""/>
            </a:pPr>
            <a:r>
              <a:rPr lang="pt-BR" sz="1500" b="0" u="none" strike="noStrike">
                <a:solidFill>
                  <a:srgbClr val="2C3E50"/>
                </a:solidFill>
                <a:effectLst/>
                <a:uFillTx/>
                <a:latin typeface="Noto Sans"/>
                <a:ea typeface="Noto Sans CJK JP:palt"/>
              </a:rPr>
              <a:t>Diante disso, a </a:t>
            </a:r>
            <a:r>
              <a:rPr lang="pt-BR" sz="1500" b="1" u="none" strike="noStrike">
                <a:solidFill>
                  <a:srgbClr val="2C3E50"/>
                </a:solidFill>
                <a:effectLst/>
                <a:uFillTx/>
                <a:latin typeface="Noto Sans"/>
                <a:ea typeface="Noto Sans CJK JP:palt"/>
              </a:rPr>
              <a:t>Informatiza</a:t>
            </a:r>
            <a:r>
              <a:rPr lang="pt-BR" sz="1500" b="0" u="none" strike="noStrike">
                <a:solidFill>
                  <a:srgbClr val="2C3E50"/>
                </a:solidFill>
                <a:effectLst/>
                <a:uFillTx/>
                <a:latin typeface="Noto Sans"/>
                <a:ea typeface="Noto Sans CJK JP:palt"/>
              </a:rPr>
              <a:t> chamou uma empresa de consultoria em qualidade de software, para verificar o que precisa ser melhorado, e você foi o consultor escolhido para trabalhar nesse caso. Qual foi o problema que você identificou?</a:t>
            </a:r>
            <a:endParaRPr lang="pt-BR" sz="1500" b="0" u="none" strike="noStrike">
              <a:solidFill>
                <a:srgbClr val="000000"/>
              </a:solidFill>
              <a:effectLst/>
              <a:uFillTx/>
              <a:latin typeface="Arial"/>
            </a:endParaRPr>
          </a:p>
        </p:txBody>
      </p:sp>
      <p:sp>
        <p:nvSpPr>
          <p:cNvPr id="404" name="PlaceHolder 1"/>
          <p:cNvSpPr>
            <a:spLocks noGrp="1"/>
          </p:cNvSpPr>
          <p:nvPr>
            <p:ph type="title"/>
          </p:nvPr>
        </p:nvSpPr>
        <p:spPr>
          <a:xfrm>
            <a:off x="900000" y="18144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200" b="1" u="none" strike="noStrike">
                <a:solidFill>
                  <a:srgbClr val="FFFFFF"/>
                </a:solidFill>
                <a:effectLst/>
                <a:uFillTx/>
                <a:latin typeface="Noto Sans"/>
              </a:rPr>
              <a:t>Desafio</a:t>
            </a:r>
            <a:endParaRPr lang="pt-BR" sz="3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presetID="2" presetClass="entr" fill="hold" nodeType="clickEffect" presetSubtype="4">
                                  <p:stCondLst>
                                    <p:cond delay="0"/>
                                  </p:stCondLst>
                                  <p:childTnLst>
                                    <p:set>
                                      <p:cBhvr>
                                        <p:cTn id="16" dur="1" fill="hold">
                                          <p:stCondLst>
                                            <p:cond delay="0"/>
                                          </p:stCondLst>
                                        </p:cTn>
                                        <p:tgtEl>
                                          <p:spTgt spid="401"/>
                                        </p:tgtEl>
                                        <p:attrNameLst>
                                          <p:attrName>style.visibility</p:attrName>
                                        </p:attrNameLst>
                                      </p:cBhvr>
                                      <p:to>
                                        <p:strVal val="visible"/>
                                      </p:to>
                                    </p:set>
                                    <p:anim calcmode="lin" valueType="num">
                                      <p:cBhvr additive="repl">
                                        <p:cTn id="17" dur="500" fill="hold"/>
                                        <p:tgtEl>
                                          <p:spTgt spid="401"/>
                                        </p:tgtEl>
                                        <p:attrNameLst>
                                          <p:attrName>ppt_x</p:attrName>
                                        </p:attrNameLst>
                                      </p:cBhvr>
                                      <p:tavLst>
                                        <p:tav>
                                          <p:val>
                                            <p:strVal val="#ppt_x"/>
                                          </p:val>
                                        </p:tav>
                                        <p:tav tm="100000">
                                          <p:val>
                                            <p:strVal val="#ppt_x"/>
                                          </p:val>
                                        </p:tav>
                                      </p:tavLst>
                                    </p:anim>
                                    <p:anim calcmode="lin" valueType="num">
                                      <p:cBhvr additive="repl">
                                        <p:cTn id="18" dur="500" fill="hold"/>
                                        <p:tgtEl>
                                          <p:spTgt spid="401"/>
                                        </p:tgtEl>
                                        <p:attrNameLst>
                                          <p:attrName>ppt_y</p:attrName>
                                        </p:attrNameLst>
                                      </p:cBhvr>
                                      <p:tavLst>
                                        <p:tav>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fill="hold">
                                          <p:stCondLst>
                                            <p:cond delay="0"/>
                                          </p:stCondLst>
                                        </p:cTn>
                                        <p:tgtEl>
                                          <p:spTgt spid="4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fill="hold" nodeType="clickEffect" presetSubtype="8">
                                  <p:stCondLst>
                                    <p:cond delay="0"/>
                                  </p:stCondLst>
                                  <p:childTnLst>
                                    <p:set>
                                      <p:cBhvr>
                                        <p:cTn id="26" dur="1" fill="hold">
                                          <p:stCondLst>
                                            <p:cond delay="0"/>
                                          </p:stCondLst>
                                        </p:cTn>
                                        <p:tgtEl>
                                          <p:spTgt spid="403">
                                            <p:txEl>
                                              <p:pRg st="0" end="0"/>
                                            </p:txEl>
                                          </p:spTgt>
                                        </p:tgtEl>
                                        <p:attrNameLst>
                                          <p:attrName>style.visibility</p:attrName>
                                        </p:attrNameLst>
                                      </p:cBhvr>
                                      <p:to>
                                        <p:strVal val="visible"/>
                                      </p:to>
                                    </p:set>
                                    <p:anim calcmode="lin" valueType="num">
                                      <p:cBhvr additive="repl">
                                        <p:cTn id="27" dur="500" fill="hold"/>
                                        <p:tgtEl>
                                          <p:spTgt spid="403">
                                            <p:txEl>
                                              <p:pRg st="0" end="0"/>
                                            </p:txEl>
                                          </p:spTgt>
                                        </p:tgtEl>
                                        <p:attrNameLst>
                                          <p:attrName>ppt_x</p:attrName>
                                        </p:attrNameLst>
                                      </p:cBhvr>
                                      <p:tavLst>
                                        <p:tav>
                                          <p:val>
                                            <p:strVal val="0-#ppt_w/2"/>
                                          </p:val>
                                        </p:tav>
                                        <p:tav tm="100000">
                                          <p:val>
                                            <p:strVal val="#ppt_x"/>
                                          </p:val>
                                        </p:tav>
                                      </p:tavLst>
                                    </p:anim>
                                    <p:anim calcmode="lin" valueType="num">
                                      <p:cBhvr additive="repl">
                                        <p:cTn id="28" dur="500" fill="hold"/>
                                        <p:tgtEl>
                                          <p:spTgt spid="403">
                                            <p:txEl>
                                              <p:pRg st="0" end="0"/>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43B8BB58-952B-4249-BC44-A047863B2549}" type="slidenum">
              <a:rPr lang="pt-BR" sz="1800" b="1" u="none" strike="noStrike">
                <a:solidFill>
                  <a:srgbClr val="FFFFFF"/>
                </a:solidFill>
                <a:effectLst/>
                <a:uFillTx/>
                <a:latin typeface="Noto Sans"/>
                <a:ea typeface="Noto Sans CJK JP:palt"/>
              </a:rPr>
              <a:t>2</a:t>
            </a:fld>
            <a:endParaRPr lang="pt-BR" sz="1800" b="0" u="none" strike="noStrike">
              <a:solidFill>
                <a:srgbClr val="000000"/>
              </a:solidFill>
              <a:effectLst/>
              <a:uFillTx/>
              <a:latin typeface="Arial"/>
            </a:endParaRPr>
          </a:p>
        </p:txBody>
      </p:sp>
      <p:sp>
        <p:nvSpPr>
          <p:cNvPr id="406"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200" b="1" u="none" strike="noStrike">
                <a:solidFill>
                  <a:srgbClr val="FFFFFF"/>
                </a:solidFill>
                <a:effectLst/>
                <a:uFillTx/>
                <a:latin typeface="Noto Sans"/>
              </a:rPr>
              <a:t>Desafio</a:t>
            </a:r>
            <a:endParaRPr lang="pt-BR" sz="3200" b="0" u="none" strike="noStrike">
              <a:solidFill>
                <a:srgbClr val="000000"/>
              </a:solidFill>
              <a:effectLst/>
              <a:uFillTx/>
              <a:latin typeface="Arial"/>
            </a:endParaRPr>
          </a:p>
        </p:txBody>
      </p:sp>
      <p:sp>
        <p:nvSpPr>
          <p:cNvPr id="407" name="PlaceHolder 2"/>
          <p:cNvSpPr>
            <a:spLocks noGrp="1"/>
          </p:cNvSpPr>
          <p:nvPr>
            <p:ph type="subTitle"/>
          </p:nvPr>
        </p:nvSpPr>
        <p:spPr>
          <a:xfrm>
            <a:off x="360000" y="1485000"/>
            <a:ext cx="9358920" cy="3778920"/>
          </a:xfrm>
          <a:prstGeom prst="rect">
            <a:avLst/>
          </a:prstGeom>
          <a:noFill/>
          <a:ln w="12600">
            <a:noFill/>
          </a:ln>
        </p:spPr>
        <p:txBody>
          <a:bodyPr lIns="0" tIns="0" rIns="0" bIns="0" anchor="t">
            <a:normAutofit/>
          </a:bodyPr>
          <a:p>
            <a:pPr marL="216000" indent="-216000" algn="just">
              <a:lnSpc>
                <a:spcPct val="100000"/>
              </a:lnSpc>
              <a:spcBef>
                <a:spcPts val="1191"/>
              </a:spcBef>
              <a:spcAft>
                <a:spcPts val="989"/>
              </a:spcAft>
              <a:buClr>
                <a:srgbClr val="000000"/>
              </a:buClr>
              <a:buSzPct val="45000"/>
              <a:buFont typeface="Wingdings" charset="2"/>
              <a:buChar char=""/>
            </a:pPr>
            <a:r>
              <a:rPr lang="pt-BR" sz="2200" b="1" u="none" strike="noStrike">
                <a:solidFill>
                  <a:srgbClr val="2C3E50"/>
                </a:solidFill>
                <a:effectLst/>
                <a:uFillTx/>
                <a:latin typeface="Noto Sans"/>
              </a:rPr>
              <a:t>Sua resposta:</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FD253005-B0CD-4538-B830-0BB9AE4FFA31}" type="slidenum">
              <a:rPr lang="pt-BR" sz="1800" b="1" u="none" strike="noStrike">
                <a:solidFill>
                  <a:srgbClr val="FFFFFF"/>
                </a:solidFill>
                <a:effectLst/>
                <a:uFillTx/>
                <a:latin typeface="Noto Sans"/>
                <a:ea typeface="Noto Sans CJK JP:palt"/>
              </a:rPr>
              <a:t>5</a:t>
            </a:fld>
            <a:endParaRPr lang="pt-BR" sz="1800" b="0" u="none" strike="noStrike">
              <a:solidFill>
                <a:srgbClr val="000000"/>
              </a:solidFill>
              <a:effectLst/>
              <a:uFillTx/>
              <a:latin typeface="Arial"/>
            </a:endParaRPr>
          </a:p>
        </p:txBody>
      </p:sp>
      <p:sp>
        <p:nvSpPr>
          <p:cNvPr id="409"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spcBef>
                <a:spcPts val="1191"/>
              </a:spcBef>
              <a:spcAft>
                <a:spcPts val="989"/>
              </a:spcAft>
              <a:buNone/>
              <a:tabLst>
                <a:tab pos="0" algn="l"/>
              </a:tabLst>
            </a:pPr>
            <a:r>
              <a:rPr lang="pt-BR" sz="3600" b="1" u="none" strike="noStrike">
                <a:solidFill>
                  <a:srgbClr val="FFFFFF"/>
                </a:solidFill>
                <a:effectLst/>
                <a:uFillTx/>
                <a:latin typeface="Noto Sans"/>
              </a:rPr>
              <a:t>Infográfico</a:t>
            </a:r>
            <a:br>
              <a:rPr sz="3600"/>
            </a:br>
            <a:endParaRPr lang="pt-BR" sz="3600" b="0" u="none" strike="noStrike">
              <a:solidFill>
                <a:srgbClr val="000000"/>
              </a:solidFill>
              <a:effectLst/>
              <a:uFillTx/>
              <a:latin typeface="Arial"/>
            </a:endParaRPr>
          </a:p>
        </p:txBody>
      </p:sp>
      <p:sp>
        <p:nvSpPr>
          <p:cNvPr id="410" name="PlaceHolder 2"/>
          <p:cNvSpPr>
            <a:spLocks noGrp="1"/>
          </p:cNvSpPr>
          <p:nvPr>
            <p:ph type="subTitle"/>
          </p:nvPr>
        </p:nvSpPr>
        <p:spPr>
          <a:xfrm>
            <a:off x="360000" y="1485000"/>
            <a:ext cx="9358920" cy="3778920"/>
          </a:xfrm>
          <a:prstGeom prst="rect">
            <a:avLst/>
          </a:prstGeom>
          <a:noFill/>
          <a:ln w="12600">
            <a:noFill/>
          </a:ln>
        </p:spPr>
        <p:txBody>
          <a:bodyPr lIns="0" tIns="0" rIns="0" bIns="0" anchor="t">
            <a:normAutofit lnSpcReduction="9999"/>
          </a:bodyPr>
          <a:p>
            <a:pPr marL="216000" indent="-216000" algn="just">
              <a:lnSpc>
                <a:spcPct val="100000"/>
              </a:lnSpc>
              <a:spcBef>
                <a:spcPts val="1191"/>
              </a:spcBef>
              <a:spcAft>
                <a:spcPts val="989"/>
              </a:spcAft>
              <a:buClr>
                <a:srgbClr val="000000"/>
              </a:buClr>
              <a:buSzPct val="45000"/>
              <a:buFont typeface="Wingdings" charset="2"/>
              <a:buChar char=""/>
            </a:pPr>
            <a:r>
              <a:rPr lang="pt-BR" sz="2200" b="0" u="none" strike="noStrike">
                <a:solidFill>
                  <a:srgbClr val="2C3E50"/>
                </a:solidFill>
                <a:effectLst/>
                <a:uFillTx/>
                <a:latin typeface="Noto Sans"/>
              </a:rPr>
              <a:t>Atualmente, é de conhecimento geral que os testes precisam ser realizados durante todo o processo de desenvolvimento de um software. Antes de iniciar a realização dos testes, durante a fase de planejamento, é importante definir as abordagens que serão utilizadas.</a:t>
            </a:r>
            <a:endParaRPr lang="pt-BR" sz="2200" b="0" u="none" strike="noStrike">
              <a:solidFill>
                <a:srgbClr val="000000"/>
              </a:solidFill>
              <a:effectLst/>
              <a:uFillTx/>
              <a:latin typeface="Arial"/>
            </a:endParaRPr>
          </a:p>
          <a:p>
            <a:pPr marL="216000" indent="-216000" algn="just">
              <a:lnSpc>
                <a:spcPct val="100000"/>
              </a:lnSpc>
              <a:spcBef>
                <a:spcPts val="1191"/>
              </a:spcBef>
              <a:spcAft>
                <a:spcPts val="989"/>
              </a:spcAft>
              <a:buClr>
                <a:srgbClr val="000000"/>
              </a:buClr>
              <a:buSzPct val="45000"/>
              <a:buFont typeface="Wingdings" charset="2"/>
              <a:buChar char=""/>
            </a:pPr>
            <a:r>
              <a:rPr lang="pt-BR" sz="2200" b="0" u="none" strike="noStrike">
                <a:solidFill>
                  <a:srgbClr val="2C3E50"/>
                </a:solidFill>
                <a:effectLst/>
                <a:uFillTx/>
                <a:latin typeface="Noto Sans"/>
              </a:rPr>
              <a:t>As abordagens de teste se dedicam aos testes de partes diferentes do software, sendo as principais o teste de caixa-branca, caixa-preta e caixa-cinza.</a:t>
            </a:r>
            <a:endParaRPr lang="pt-BR" sz="2200" b="0" u="none" strike="noStrike">
              <a:solidFill>
                <a:srgbClr val="000000"/>
              </a:solidFill>
              <a:effectLst/>
              <a:uFillTx/>
              <a:latin typeface="Arial"/>
            </a:endParaRPr>
          </a:p>
          <a:p>
            <a:pPr marL="216000" indent="-216000" algn="just">
              <a:lnSpc>
                <a:spcPct val="100000"/>
              </a:lnSpc>
              <a:spcBef>
                <a:spcPts val="1191"/>
              </a:spcBef>
              <a:spcAft>
                <a:spcPts val="989"/>
              </a:spcAft>
              <a:buClr>
                <a:srgbClr val="000000"/>
              </a:buClr>
              <a:buSzPct val="45000"/>
              <a:buFont typeface="Wingdings" charset="2"/>
              <a:buChar char=""/>
            </a:pPr>
            <a:r>
              <a:rPr lang="pt-BR" sz="2200" b="0" u="none" strike="noStrike">
                <a:solidFill>
                  <a:srgbClr val="2C3E50"/>
                </a:solidFill>
                <a:effectLst/>
                <a:uFillTx/>
                <a:latin typeface="Noto Sans"/>
              </a:rPr>
              <a:t>Veja, no Infográfico, como é feito e o que compõe o teste de caixa-cinza.</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presetID="2" presetClass="entr" fill="hold" nodeType="clickEffect" presetSubtype="8">
                                  <p:stCondLst>
                                    <p:cond delay="0"/>
                                  </p:stCondLst>
                                  <p:childTnLst>
                                    <p:set>
                                      <p:cBhvr>
                                        <p:cTn id="34" dur="1" fill="hold">
                                          <p:stCondLst>
                                            <p:cond delay="0"/>
                                          </p:stCondLst>
                                        </p:cTn>
                                        <p:tgtEl>
                                          <p:spTgt spid="410">
                                            <p:txEl>
                                              <p:pRg st="0" end="0"/>
                                            </p:txEl>
                                          </p:spTgt>
                                        </p:tgtEl>
                                        <p:attrNameLst>
                                          <p:attrName>style.visibility</p:attrName>
                                        </p:attrNameLst>
                                      </p:cBhvr>
                                      <p:to>
                                        <p:strVal val="visible"/>
                                      </p:to>
                                    </p:set>
                                    <p:anim calcmode="lin" valueType="num">
                                      <p:cBhvr additive="repl">
                                        <p:cTn id="35" dur="500" fill="hold"/>
                                        <p:tgtEl>
                                          <p:spTgt spid="410">
                                            <p:txEl>
                                              <p:pRg st="0" end="0"/>
                                            </p:txEl>
                                          </p:spTgt>
                                        </p:tgtEl>
                                        <p:attrNameLst>
                                          <p:attrName>ppt_x</p:attrName>
                                        </p:attrNameLst>
                                      </p:cBhvr>
                                      <p:tavLst>
                                        <p:tav>
                                          <p:val>
                                            <p:strVal val="0-#ppt_w/2"/>
                                          </p:val>
                                        </p:tav>
                                        <p:tav tm="100000">
                                          <p:val>
                                            <p:strVal val="#ppt_x"/>
                                          </p:val>
                                        </p:tav>
                                      </p:tavLst>
                                    </p:anim>
                                    <p:anim calcmode="lin" valueType="num">
                                      <p:cBhvr additive="repl">
                                        <p:cTn id="36" dur="500" fill="hold"/>
                                        <p:tgtEl>
                                          <p:spTgt spid="410">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fill="hold" nodeType="clickEffect" presetSubtype="8">
                                  <p:stCondLst>
                                    <p:cond delay="0"/>
                                  </p:stCondLst>
                                  <p:childTnLst>
                                    <p:set>
                                      <p:cBhvr>
                                        <p:cTn id="40" dur="1" fill="hold">
                                          <p:stCondLst>
                                            <p:cond delay="0"/>
                                          </p:stCondLst>
                                        </p:cTn>
                                        <p:tgtEl>
                                          <p:spTgt spid="410">
                                            <p:txEl>
                                              <p:pRg st="1" end="1"/>
                                            </p:txEl>
                                          </p:spTgt>
                                        </p:tgtEl>
                                        <p:attrNameLst>
                                          <p:attrName>style.visibility</p:attrName>
                                        </p:attrNameLst>
                                      </p:cBhvr>
                                      <p:to>
                                        <p:strVal val="visible"/>
                                      </p:to>
                                    </p:set>
                                    <p:anim calcmode="lin" valueType="num">
                                      <p:cBhvr additive="repl">
                                        <p:cTn id="41" dur="500" fill="hold"/>
                                        <p:tgtEl>
                                          <p:spTgt spid="410">
                                            <p:txEl>
                                              <p:pRg st="1" end="1"/>
                                            </p:txEl>
                                          </p:spTgt>
                                        </p:tgtEl>
                                        <p:attrNameLst>
                                          <p:attrName>ppt_x</p:attrName>
                                        </p:attrNameLst>
                                      </p:cBhvr>
                                      <p:tavLst>
                                        <p:tav>
                                          <p:val>
                                            <p:strVal val="0-#ppt_w/2"/>
                                          </p:val>
                                        </p:tav>
                                        <p:tav tm="100000">
                                          <p:val>
                                            <p:strVal val="#ppt_x"/>
                                          </p:val>
                                        </p:tav>
                                      </p:tavLst>
                                    </p:anim>
                                    <p:anim calcmode="lin" valueType="num">
                                      <p:cBhvr additive="repl">
                                        <p:cTn id="42" dur="500" fill="hold"/>
                                        <p:tgtEl>
                                          <p:spTgt spid="410">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fill="hold" nodeType="clickEffect" presetSubtype="8">
                                  <p:stCondLst>
                                    <p:cond delay="0"/>
                                  </p:stCondLst>
                                  <p:childTnLst>
                                    <p:set>
                                      <p:cBhvr>
                                        <p:cTn id="46" dur="1" fill="hold">
                                          <p:stCondLst>
                                            <p:cond delay="0"/>
                                          </p:stCondLst>
                                        </p:cTn>
                                        <p:tgtEl>
                                          <p:spTgt spid="410">
                                            <p:txEl>
                                              <p:pRg st="2" end="2"/>
                                            </p:txEl>
                                          </p:spTgt>
                                        </p:tgtEl>
                                        <p:attrNameLst>
                                          <p:attrName>style.visibility</p:attrName>
                                        </p:attrNameLst>
                                      </p:cBhvr>
                                      <p:to>
                                        <p:strVal val="visible"/>
                                      </p:to>
                                    </p:set>
                                    <p:anim calcmode="lin" valueType="num">
                                      <p:cBhvr additive="repl">
                                        <p:cTn id="47" dur="500" fill="hold"/>
                                        <p:tgtEl>
                                          <p:spTgt spid="410">
                                            <p:txEl>
                                              <p:pRg st="2" end="2"/>
                                            </p:txEl>
                                          </p:spTgt>
                                        </p:tgtEl>
                                        <p:attrNameLst>
                                          <p:attrName>ppt_x</p:attrName>
                                        </p:attrNameLst>
                                      </p:cBhvr>
                                      <p:tavLst>
                                        <p:tav>
                                          <p:val>
                                            <p:strVal val="0-#ppt_w/2"/>
                                          </p:val>
                                        </p:tav>
                                        <p:tav tm="100000">
                                          <p:val>
                                            <p:strVal val="#ppt_x"/>
                                          </p:val>
                                        </p:tav>
                                      </p:tavLst>
                                    </p:anim>
                                    <p:anim calcmode="lin" valueType="num">
                                      <p:cBhvr additive="repl">
                                        <p:cTn id="48" dur="500" fill="hold"/>
                                        <p:tgtEl>
                                          <p:spTgt spid="410">
                                            <p:txEl>
                                              <p:pRg st="2" end="2"/>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D1EB645A-200E-4654-BEB4-D7AE2413BDC5}"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pic>
        <p:nvPicPr>
          <p:cNvPr id="412" name=""/>
          <p:cNvPicPr/>
          <p:nvPr/>
        </p:nvPicPr>
        <p:blipFill>
          <a:blip r:embed="rId1"/>
          <a:stretch/>
        </p:blipFill>
        <p:spPr>
          <a:xfrm>
            <a:off x="1800000" y="1260000"/>
            <a:ext cx="5938920" cy="898920"/>
          </a:xfrm>
          <a:prstGeom prst="rect">
            <a:avLst/>
          </a:prstGeom>
          <a:noFill/>
          <a:ln w="12600">
            <a:noFill/>
          </a:ln>
        </p:spPr>
      </p:pic>
      <p:pic>
        <p:nvPicPr>
          <p:cNvPr id="413" name=""/>
          <p:cNvPicPr/>
          <p:nvPr/>
        </p:nvPicPr>
        <p:blipFill>
          <a:blip r:embed="rId2"/>
          <a:stretch/>
        </p:blipFill>
        <p:spPr>
          <a:xfrm>
            <a:off x="1582560" y="180000"/>
            <a:ext cx="6876360" cy="855720"/>
          </a:xfrm>
          <a:prstGeom prst="rect">
            <a:avLst/>
          </a:prstGeom>
          <a:noFill/>
          <a:ln w="12600">
            <a:noFill/>
          </a:ln>
        </p:spPr>
      </p:pic>
      <p:pic>
        <p:nvPicPr>
          <p:cNvPr id="414" name=""/>
          <p:cNvPicPr/>
          <p:nvPr/>
        </p:nvPicPr>
        <p:blipFill>
          <a:blip r:embed="rId3"/>
          <a:stretch/>
        </p:blipFill>
        <p:spPr>
          <a:xfrm>
            <a:off x="1800360" y="2159640"/>
            <a:ext cx="5938920" cy="2983320"/>
          </a:xfrm>
          <a:prstGeom prst="rect">
            <a:avLst/>
          </a:prstGeom>
          <a:noFill/>
          <a:ln w="12600">
            <a:noFill/>
          </a:ln>
        </p:spPr>
      </p:pic>
    </p:spTree>
  </p:cSld>
  <mc:AlternateContent>
    <mc:Choice Requires="p14">
      <p:transition spd="slow" p14:dur="3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presetID="1" presetClass="entr" fill="hold" nodeType="clickEffect">
                                  <p:stCondLst>
                                    <p:cond delay="0"/>
                                  </p:stCondLst>
                                  <p:childTnLst>
                                    <p:set>
                                      <p:cBhvr>
                                        <p:cTn id="54" dur="1" fill="hold">
                                          <p:stCondLst>
                                            <p:cond delay="0"/>
                                          </p:stCondLst>
                                        </p:cTn>
                                        <p:tgtEl>
                                          <p:spTgt spid="4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fill="hold" nodeType="clickEffect">
                                  <p:stCondLst>
                                    <p:cond delay="0"/>
                                  </p:stCondLst>
                                  <p:childTnLst>
                                    <p:set>
                                      <p:cBhvr>
                                        <p:cTn id="58"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EE7C4D75-B64B-485E-B3AC-7D17219F5D08}"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pic>
        <p:nvPicPr>
          <p:cNvPr id="416" name=""/>
          <p:cNvPicPr/>
          <p:nvPr/>
        </p:nvPicPr>
        <p:blipFill>
          <a:blip r:embed="rId1"/>
          <a:stretch/>
        </p:blipFill>
        <p:spPr>
          <a:xfrm>
            <a:off x="1582560" y="180000"/>
            <a:ext cx="6876360" cy="855720"/>
          </a:xfrm>
          <a:prstGeom prst="rect">
            <a:avLst/>
          </a:prstGeom>
          <a:noFill/>
          <a:ln w="12600">
            <a:noFill/>
          </a:ln>
        </p:spPr>
      </p:pic>
      <p:pic>
        <p:nvPicPr>
          <p:cNvPr id="417" name=""/>
          <p:cNvPicPr/>
          <p:nvPr/>
        </p:nvPicPr>
        <p:blipFill>
          <a:blip r:embed="rId2"/>
          <a:stretch/>
        </p:blipFill>
        <p:spPr>
          <a:xfrm>
            <a:off x="2340000" y="1224000"/>
            <a:ext cx="5758920" cy="4138920"/>
          </a:xfrm>
          <a:prstGeom prst="rect">
            <a:avLst/>
          </a:prstGeom>
          <a:noFill/>
          <a:ln w="12600">
            <a:noFill/>
          </a:ln>
        </p:spPr>
      </p:pic>
    </p:spTree>
  </p:cSld>
  <mc:AlternateContent>
    <mc:Choice Requires="p14">
      <p:transition spd="slow" p14:dur="3000"/>
    </mc:Choice>
    <mc:Fallback>
      <p:transition spd="slow"/>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presetID="1" presetClass="entr" fill="hold" nodeType="clickEffect">
                                  <p:stCondLst>
                                    <p:cond delay="0"/>
                                  </p:stCondLst>
                                  <p:childTnLst>
                                    <p:set>
                                      <p:cBhvr>
                                        <p:cTn id="64"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311B3E18-A39F-44D8-8941-96FAD3DBD41D}"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sp>
        <p:nvSpPr>
          <p:cNvPr id="419"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200" b="1" u="none" strike="noStrike">
                <a:solidFill>
                  <a:srgbClr val="FFFFFF"/>
                </a:solidFill>
                <a:effectLst/>
                <a:uFillTx/>
                <a:latin typeface="Noto Sans"/>
              </a:rPr>
              <a:t>Teste Unitário</a:t>
            </a:r>
            <a:endParaRPr lang="pt-BR" sz="3200" b="0" u="none" strike="noStrike">
              <a:solidFill>
                <a:srgbClr val="000000"/>
              </a:solidFill>
              <a:effectLst/>
              <a:uFillTx/>
              <a:latin typeface="Arial"/>
            </a:endParaRPr>
          </a:p>
        </p:txBody>
      </p:sp>
      <p:sp>
        <p:nvSpPr>
          <p:cNvPr id="420" name="CaixaDeTexto 2"/>
          <p:cNvSpPr/>
          <p:nvPr/>
        </p:nvSpPr>
        <p:spPr>
          <a:xfrm>
            <a:off x="-85680" y="1260000"/>
            <a:ext cx="10028520" cy="1647000"/>
          </a:xfrm>
          <a:prstGeom prst="rect">
            <a:avLst/>
          </a:prstGeom>
          <a:noFill/>
          <a:ln w="0">
            <a:noFill/>
          </a:ln>
        </p:spPr>
        <p:style>
          <a:lnRef idx="0"/>
          <a:fillRef idx="0"/>
          <a:effectRef idx="0"/>
          <a:fontRef idx="minor"/>
        </p:style>
        <p:txBody>
          <a:bodyPr lIns="90000" tIns="45000" rIns="90000" bIns="45000" anchor="t">
            <a:noAutofit/>
          </a:bodyPr>
          <a:p>
            <a:pPr marL="216000" indent="-216000" algn="just">
              <a:lnSpc>
                <a:spcPct val="100000"/>
              </a:lnSpc>
              <a:spcBef>
                <a:spcPts val="1191"/>
              </a:spcBef>
              <a:spcAft>
                <a:spcPts val="989"/>
              </a:spcAft>
              <a:buClr>
                <a:srgbClr val="000000"/>
              </a:buClr>
              <a:buSzPct val="45000"/>
              <a:buFont typeface="Wingdings" charset="2"/>
              <a:buChar char=""/>
            </a:pPr>
            <a:r>
              <a:rPr lang="pt-BR" sz="2400" b="0" u="none" strike="noStrike">
                <a:solidFill>
                  <a:srgbClr val="2C3E50"/>
                </a:solidFill>
                <a:effectLst/>
                <a:uFillTx/>
                <a:latin typeface="Noto Sans"/>
                <a:ea typeface="Noto Sans CJK JP:palt"/>
              </a:rPr>
              <a:t>O teste unitário, ou teste de unidade, é um dos testes que fazem parte da abordagem do teste de caixa-branca. Esse tipo de teste é feito em cada parte da codificação do software, e é comum que os desenvolvedores sejam os testadores que realizam o teste unitário.</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presetID="2" presetClass="entr" fill="hold" nodeType="clickEffect" presetSubtype="4">
                                  <p:stCondLst>
                                    <p:cond delay="0"/>
                                  </p:stCondLst>
                                  <p:childTnLst>
                                    <p:set>
                                      <p:cBhvr>
                                        <p:cTn id="70" dur="1" fill="hold">
                                          <p:stCondLst>
                                            <p:cond delay="0"/>
                                          </p:stCondLst>
                                        </p:cTn>
                                        <p:tgtEl>
                                          <p:spTgt spid="420">
                                            <p:txEl>
                                              <p:pRg st="0" end="0"/>
                                            </p:txEl>
                                          </p:spTgt>
                                        </p:tgtEl>
                                        <p:attrNameLst>
                                          <p:attrName>style.visibility</p:attrName>
                                        </p:attrNameLst>
                                      </p:cBhvr>
                                      <p:to>
                                        <p:strVal val="visible"/>
                                      </p:to>
                                    </p:set>
                                    <p:anim calcmode="lin" valueType="num">
                                      <p:cBhvr additive="repl">
                                        <p:cTn id="71" dur="500" fill="hold"/>
                                        <p:tgtEl>
                                          <p:spTgt spid="420">
                                            <p:txEl>
                                              <p:pRg st="0" end="0"/>
                                            </p:txEl>
                                          </p:spTgt>
                                        </p:tgtEl>
                                        <p:attrNameLst>
                                          <p:attrName>ppt_x</p:attrName>
                                        </p:attrNameLst>
                                      </p:cBhvr>
                                      <p:tavLst>
                                        <p:tav>
                                          <p:val>
                                            <p:strVal val="#ppt_x"/>
                                          </p:val>
                                        </p:tav>
                                        <p:tav tm="100000">
                                          <p:val>
                                            <p:strVal val="#ppt_x"/>
                                          </p:val>
                                        </p:tav>
                                      </p:tavLst>
                                    </p:anim>
                                    <p:anim calcmode="lin" valueType="num">
                                      <p:cBhvr additive="repl">
                                        <p:cTn id="72" dur="500" fill="hold"/>
                                        <p:tgtEl>
                                          <p:spTgt spid="420">
                                            <p:txEl>
                                              <p:pRg st="0" end="0"/>
                                            </p:txEl>
                                          </p:spTgt>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9E06239A-2349-4324-AA43-9A4393AB2D1B}"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pic>
        <p:nvPicPr>
          <p:cNvPr id="422" name=""/>
          <p:cNvPicPr/>
          <p:nvPr/>
        </p:nvPicPr>
        <p:blipFill>
          <a:blip r:embed="rId1"/>
          <a:stretch/>
        </p:blipFill>
        <p:spPr>
          <a:xfrm>
            <a:off x="180000" y="1288800"/>
            <a:ext cx="2158920" cy="1770120"/>
          </a:xfrm>
          <a:prstGeom prst="rect">
            <a:avLst/>
          </a:prstGeom>
          <a:noFill/>
          <a:ln w="12600">
            <a:noFill/>
          </a:ln>
        </p:spPr>
      </p:pic>
      <p:sp>
        <p:nvSpPr>
          <p:cNvPr id="423" name="CaixaDeTexto 2"/>
          <p:cNvSpPr/>
          <p:nvPr/>
        </p:nvSpPr>
        <p:spPr>
          <a:xfrm>
            <a:off x="180000" y="180000"/>
            <a:ext cx="9718920" cy="898920"/>
          </a:xfrm>
          <a:prstGeom prst="rect">
            <a:avLst/>
          </a:prstGeom>
          <a:noFill/>
          <a:ln w="0">
            <a:noFill/>
          </a:ln>
        </p:spPr>
        <p:style>
          <a:lnRef idx="0"/>
          <a:fillRef idx="0"/>
          <a:effectRef idx="0"/>
          <a:fontRef idx="minor"/>
        </p:style>
        <p:txBody>
          <a:bodyPr wrap="none" lIns="90000" tIns="45000" rIns="90000" bIns="45000" anchor="ctr">
            <a:spAutoFit/>
          </a:bodyPr>
          <a:p>
            <a:pPr algn="just">
              <a:lnSpc>
                <a:spcPct val="100000"/>
              </a:lnSpc>
            </a:pPr>
            <a:r>
              <a:rPr lang="pt-BR" sz="3600" b="1" u="none" strike="noStrike">
                <a:solidFill>
                  <a:srgbClr val="FFFFFF"/>
                </a:solidFill>
                <a:effectLst/>
                <a:uFillTx/>
                <a:latin typeface="Noto Sans"/>
                <a:ea typeface="Noto Sans CJK JP:palt"/>
              </a:rPr>
              <a:t>Teste unitário</a:t>
            </a:r>
            <a:endParaRPr lang="pt-BR" sz="3600" b="0" u="none" strike="noStrike">
              <a:solidFill>
                <a:srgbClr val="000000"/>
              </a:solidFill>
              <a:effectLst/>
              <a:uFillTx/>
              <a:latin typeface="Arial"/>
            </a:endParaRPr>
          </a:p>
        </p:txBody>
      </p:sp>
      <p:pic>
        <p:nvPicPr>
          <p:cNvPr id="424" name=""/>
          <p:cNvPicPr/>
          <p:nvPr/>
        </p:nvPicPr>
        <p:blipFill>
          <a:blip r:embed="rId2"/>
          <a:stretch/>
        </p:blipFill>
        <p:spPr>
          <a:xfrm>
            <a:off x="2711160" y="1272240"/>
            <a:ext cx="3227760" cy="1798920"/>
          </a:xfrm>
          <a:prstGeom prst="rect">
            <a:avLst/>
          </a:prstGeom>
          <a:noFill/>
          <a:ln w="12600">
            <a:noFill/>
          </a:ln>
        </p:spPr>
      </p:pic>
      <p:sp>
        <p:nvSpPr>
          <p:cNvPr id="425" name="Forma Livre: Forma 4"/>
          <p:cNvSpPr/>
          <p:nvPr/>
        </p:nvSpPr>
        <p:spPr>
          <a:xfrm>
            <a:off x="2405160" y="1980360"/>
            <a:ext cx="293760" cy="358560"/>
          </a:xfrm>
          <a:custGeom>
            <a:avLst/>
            <a:gdLst>
              <a:gd name="textAreaLeft" fmla="*/ 0 w 293760"/>
              <a:gd name="textAreaRight" fmla="*/ 258120 w 293760"/>
              <a:gd name="textAreaTop" fmla="*/ 90000 h 358560"/>
              <a:gd name="textAreaBottom" fmla="*/ 270000 h 35856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F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pic>
        <p:nvPicPr>
          <p:cNvPr id="426" name=""/>
          <p:cNvPicPr/>
          <p:nvPr/>
        </p:nvPicPr>
        <p:blipFill>
          <a:blip r:embed="rId3"/>
          <a:stretch/>
        </p:blipFill>
        <p:spPr>
          <a:xfrm>
            <a:off x="6264000" y="1260000"/>
            <a:ext cx="3427920" cy="1798920"/>
          </a:xfrm>
          <a:prstGeom prst="rect">
            <a:avLst/>
          </a:prstGeom>
          <a:noFill/>
          <a:ln w="12600">
            <a:noFill/>
          </a:ln>
        </p:spPr>
      </p:pic>
      <p:sp>
        <p:nvSpPr>
          <p:cNvPr id="427" name="Forma Livre: Forma 6"/>
          <p:cNvSpPr/>
          <p:nvPr/>
        </p:nvSpPr>
        <p:spPr>
          <a:xfrm>
            <a:off x="5933160" y="1980000"/>
            <a:ext cx="293760" cy="358560"/>
          </a:xfrm>
          <a:custGeom>
            <a:avLst/>
            <a:gdLst>
              <a:gd name="textAreaLeft" fmla="*/ 0 w 293760"/>
              <a:gd name="textAreaRight" fmla="*/ 258120 w 293760"/>
              <a:gd name="textAreaTop" fmla="*/ 90000 h 358560"/>
              <a:gd name="textAreaBottom" fmla="*/ 270000 h 35856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F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pic>
        <p:nvPicPr>
          <p:cNvPr id="428" name=""/>
          <p:cNvPicPr/>
          <p:nvPr/>
        </p:nvPicPr>
        <p:blipFill>
          <a:blip r:embed="rId4"/>
          <a:stretch/>
        </p:blipFill>
        <p:spPr>
          <a:xfrm>
            <a:off x="135000" y="3240000"/>
            <a:ext cx="3283920" cy="1978920"/>
          </a:xfrm>
          <a:prstGeom prst="rect">
            <a:avLst/>
          </a:prstGeom>
          <a:noFill/>
          <a:ln w="12600">
            <a:noFill/>
          </a:ln>
        </p:spPr>
      </p:pic>
      <p:sp>
        <p:nvSpPr>
          <p:cNvPr id="429" name="Forma Livre: Forma 8"/>
          <p:cNvSpPr/>
          <p:nvPr/>
        </p:nvSpPr>
        <p:spPr>
          <a:xfrm>
            <a:off x="9693000" y="2340360"/>
            <a:ext cx="358920" cy="358560"/>
          </a:xfrm>
          <a:custGeom>
            <a:avLst/>
            <a:gdLst>
              <a:gd name="textAreaLeft" fmla="*/ 0 w 358920"/>
              <a:gd name="textAreaRight" fmla="*/ 360360 w 358920"/>
              <a:gd name="textAreaTop" fmla="*/ 0 h 358560"/>
              <a:gd name="textAreaBottom" fmla="*/ 360000 h 358560"/>
            </a:gdLst>
            <a:ahLst/>
            <a:cxnLst/>
            <a:rect l="textAreaLeft" t="textAreaTop" r="textAreaRight" b="textAreaBottom"/>
            <a:pathLst>
              <a:path w="21600" h="21600">
                <a:moveTo>
                  <a:pt x="16300" y="10800"/>
                </a:moveTo>
                <a:lnTo>
                  <a:pt x="16300" y="10800"/>
                </a:lnTo>
                <a:arcTo wR="5500" hR="5500" stAng="0" swAng="-10800000"/>
                <a:lnTo>
                  <a:pt x="5300" y="10800"/>
                </a:lnTo>
                <a:arcTo wR="0" hR="0" stAng="0" swAng="0"/>
                <a:lnTo>
                  <a:pt x="0" y="10800"/>
                </a:lnTo>
                <a:lnTo>
                  <a:pt x="0" y="10800"/>
                </a:lnTo>
                <a:arcTo wR="0" hR="0" stAng="0" swAng="0"/>
                <a:lnTo>
                  <a:pt x="0" y="10800"/>
                </a:lnTo>
                <a:arcTo wR="10800" hR="10800" stAng="-10800000" swAng="10800000"/>
                <a:lnTo>
                  <a:pt x="24300" y="10800"/>
                </a:lnTo>
                <a:lnTo>
                  <a:pt x="18950" y="16150"/>
                </a:lnTo>
                <a:lnTo>
                  <a:pt x="13600" y="10800"/>
                </a:lnTo>
                <a:close/>
              </a:path>
            </a:pathLst>
          </a:custGeom>
          <a:solidFill>
            <a:srgbClr val="FFFFFF"/>
          </a:solidFill>
          <a:ln w="10800">
            <a:solidFill>
              <a:srgbClr val="1ABC9C"/>
            </a:solidFill>
            <a:miter/>
          </a:ln>
        </p:spPr>
        <p:style>
          <a:lnRef idx="0"/>
          <a:fillRef idx="0"/>
          <a:effectRef idx="0"/>
          <a:fontRef idx="minor"/>
        </p:style>
        <p:txBody>
          <a:bodyPr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sp>
        <p:nvSpPr>
          <p:cNvPr id="430" name="Forma Livre: Forma 9"/>
          <p:cNvSpPr/>
          <p:nvPr/>
        </p:nvSpPr>
        <p:spPr>
          <a:xfrm>
            <a:off x="3449160" y="4032360"/>
            <a:ext cx="293760" cy="358560"/>
          </a:xfrm>
          <a:custGeom>
            <a:avLst/>
            <a:gdLst>
              <a:gd name="textAreaLeft" fmla="*/ 0 w 293760"/>
              <a:gd name="textAreaRight" fmla="*/ 258120 w 293760"/>
              <a:gd name="textAreaTop" fmla="*/ 90000 h 358560"/>
              <a:gd name="textAreaBottom" fmla="*/ 270000 h 35856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F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pic>
        <p:nvPicPr>
          <p:cNvPr id="431" name=""/>
          <p:cNvPicPr/>
          <p:nvPr/>
        </p:nvPicPr>
        <p:blipFill>
          <a:blip r:embed="rId5"/>
          <a:stretch/>
        </p:blipFill>
        <p:spPr>
          <a:xfrm>
            <a:off x="6480000" y="3240000"/>
            <a:ext cx="3418920" cy="1978920"/>
          </a:xfrm>
          <a:prstGeom prst="rect">
            <a:avLst/>
          </a:prstGeom>
          <a:noFill/>
          <a:ln w="12600">
            <a:noFill/>
          </a:ln>
        </p:spPr>
      </p:pic>
      <p:pic>
        <p:nvPicPr>
          <p:cNvPr id="432" name=""/>
          <p:cNvPicPr/>
          <p:nvPr/>
        </p:nvPicPr>
        <p:blipFill>
          <a:blip r:embed="rId6"/>
          <a:stretch/>
        </p:blipFill>
        <p:spPr>
          <a:xfrm>
            <a:off x="3765960" y="3240000"/>
            <a:ext cx="2352960" cy="1938600"/>
          </a:xfrm>
          <a:prstGeom prst="rect">
            <a:avLst/>
          </a:prstGeom>
          <a:noFill/>
          <a:ln w="12600">
            <a:noFill/>
          </a:ln>
        </p:spPr>
      </p:pic>
      <p:sp>
        <p:nvSpPr>
          <p:cNvPr id="433" name="Forma Livre: Forma 12"/>
          <p:cNvSpPr/>
          <p:nvPr/>
        </p:nvSpPr>
        <p:spPr>
          <a:xfrm>
            <a:off x="6149520" y="4032720"/>
            <a:ext cx="293760" cy="358560"/>
          </a:xfrm>
          <a:custGeom>
            <a:avLst/>
            <a:gdLst>
              <a:gd name="textAreaLeft" fmla="*/ 0 w 293760"/>
              <a:gd name="textAreaRight" fmla="*/ 258120 w 293760"/>
              <a:gd name="textAreaTop" fmla="*/ 90000 h 358560"/>
              <a:gd name="textAreaBottom" fmla="*/ 270000 h 35856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F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73" dur="indefinite" restart="never" nodeType="tmRoot">
          <p:childTnLst>
            <p:seq>
              <p:cTn id="74" dur="indefinite" nodeType="mainSeq">
                <p:childTnLst>
                  <p:par>
                    <p:cTn id="75" fill="hold">
                      <p:stCondLst>
                        <p:cond delay="indefinite"/>
                      </p:stCondLst>
                      <p:childTnLst>
                        <p:par>
                          <p:cTn id="76" fill="hold">
                            <p:stCondLst>
                              <p:cond delay="0"/>
                            </p:stCondLst>
                            <p:childTnLst>
                              <p:par>
                                <p:cTn id="77" presetID="1" presetClass="entr" fill="hold" nodeType="clickEffect">
                                  <p:stCondLst>
                                    <p:cond delay="0"/>
                                  </p:stCondLst>
                                  <p:childTnLst>
                                    <p:set>
                                      <p:cBhvr>
                                        <p:cTn id="78" dur="1" fill="hold">
                                          <p:stCondLst>
                                            <p:cond delay="0"/>
                                          </p:stCondLst>
                                        </p:cTn>
                                        <p:tgtEl>
                                          <p:spTgt spid="4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fill="hold" nodeType="clickEffect">
                                  <p:stCondLst>
                                    <p:cond delay="0"/>
                                  </p:stCondLst>
                                  <p:childTnLst>
                                    <p:set>
                                      <p:cBhvr>
                                        <p:cTn id="82" dur="1" fill="hold">
                                          <p:stCondLst>
                                            <p:cond delay="0"/>
                                          </p:stCondLst>
                                        </p:cTn>
                                        <p:tgtEl>
                                          <p:spTgt spid="4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fill="hold" nodeType="clickEffect">
                                  <p:stCondLst>
                                    <p:cond delay="0"/>
                                  </p:stCondLst>
                                  <p:childTnLst>
                                    <p:set>
                                      <p:cBhvr>
                                        <p:cTn id="86" dur="1" fill="hold">
                                          <p:stCondLst>
                                            <p:cond delay="0"/>
                                          </p:stCondLst>
                                        </p:cTn>
                                        <p:tgtEl>
                                          <p:spTgt spid="42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fill="hold" nodeType="clickEffect">
                                  <p:stCondLst>
                                    <p:cond delay="0"/>
                                  </p:stCondLst>
                                  <p:childTnLst>
                                    <p:set>
                                      <p:cBhvr>
                                        <p:cTn id="90" dur="1" fill="hold">
                                          <p:stCondLst>
                                            <p:cond delay="0"/>
                                          </p:stCondLst>
                                        </p:cTn>
                                        <p:tgtEl>
                                          <p:spTgt spid="4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fill="hold" nodeType="clickEffect">
                                  <p:stCondLst>
                                    <p:cond delay="0"/>
                                  </p:stCondLst>
                                  <p:childTnLst>
                                    <p:set>
                                      <p:cBhvr>
                                        <p:cTn id="94" dur="1" fill="hold">
                                          <p:stCondLst>
                                            <p:cond delay="0"/>
                                          </p:stCondLst>
                                        </p:cTn>
                                        <p:tgtEl>
                                          <p:spTgt spid="42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fill="hold" nodeType="clickEffect">
                                  <p:stCondLst>
                                    <p:cond delay="0"/>
                                  </p:stCondLst>
                                  <p:childTnLst>
                                    <p:set>
                                      <p:cBhvr>
                                        <p:cTn id="98" dur="1" fill="hold">
                                          <p:stCondLst>
                                            <p:cond delay="0"/>
                                          </p:stCondLst>
                                        </p:cTn>
                                        <p:tgtEl>
                                          <p:spTgt spid="42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fill="hold" nodeType="clickEffect">
                                  <p:stCondLst>
                                    <p:cond delay="0"/>
                                  </p:stCondLst>
                                  <p:childTnLst>
                                    <p:set>
                                      <p:cBhvr>
                                        <p:cTn id="102" dur="1" fill="hold">
                                          <p:stCondLst>
                                            <p:cond delay="0"/>
                                          </p:stCondLst>
                                        </p:cTn>
                                        <p:tgtEl>
                                          <p:spTgt spid="42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fill="hold" nodeType="clickEffect">
                                  <p:stCondLst>
                                    <p:cond delay="0"/>
                                  </p:stCondLst>
                                  <p:childTnLst>
                                    <p:set>
                                      <p:cBhvr>
                                        <p:cTn id="106" dur="1" fill="hold">
                                          <p:stCondLst>
                                            <p:cond delay="0"/>
                                          </p:stCondLst>
                                        </p:cTn>
                                        <p:tgtEl>
                                          <p:spTgt spid="43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fill="hold" nodeType="clickEffect">
                                  <p:stCondLst>
                                    <p:cond delay="0"/>
                                  </p:stCondLst>
                                  <p:childTnLst>
                                    <p:set>
                                      <p:cBhvr>
                                        <p:cTn id="110" dur="1" fill="hold">
                                          <p:stCondLst>
                                            <p:cond delay="0"/>
                                          </p:stCondLst>
                                        </p:cTn>
                                        <p:tgtEl>
                                          <p:spTgt spid="43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fill="hold" nodeType="clickEffect">
                                  <p:stCondLst>
                                    <p:cond delay="0"/>
                                  </p:stCondLst>
                                  <p:childTnLst>
                                    <p:set>
                                      <p:cBhvr>
                                        <p:cTn id="114" dur="1" fill="hold">
                                          <p:stCondLst>
                                            <p:cond delay="0"/>
                                          </p:stCondLst>
                                        </p:cTn>
                                        <p:tgtEl>
                                          <p:spTgt spid="43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fill="hold" nodeType="clickEffect">
                                  <p:stCondLst>
                                    <p:cond delay="0"/>
                                  </p:stCondLst>
                                  <p:childTnLst>
                                    <p:set>
                                      <p:cBhvr>
                                        <p:cTn id="118"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688B2645-2A27-4D64-B542-CCFFB1B4D60E}"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sp>
        <p:nvSpPr>
          <p:cNvPr id="435"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200" b="1" u="none" strike="noStrike">
                <a:solidFill>
                  <a:srgbClr val="FFFFFF"/>
                </a:solidFill>
                <a:effectLst/>
                <a:uFillTx/>
                <a:latin typeface="Noto Sans"/>
              </a:rPr>
              <a:t>Teste Unitário</a:t>
            </a:r>
            <a:endParaRPr lang="pt-BR" sz="3200" b="0" u="none" strike="noStrike">
              <a:solidFill>
                <a:srgbClr val="000000"/>
              </a:solidFill>
              <a:effectLst/>
              <a:uFillTx/>
              <a:latin typeface="Arial"/>
            </a:endParaRPr>
          </a:p>
        </p:txBody>
      </p:sp>
      <p:pic>
        <p:nvPicPr>
          <p:cNvPr id="436" name=""/>
          <p:cNvPicPr/>
          <p:nvPr/>
        </p:nvPicPr>
        <p:blipFill>
          <a:blip r:embed="rId1"/>
          <a:stretch/>
        </p:blipFill>
        <p:spPr>
          <a:xfrm>
            <a:off x="684360" y="1800000"/>
            <a:ext cx="3939480" cy="2519280"/>
          </a:xfrm>
          <a:prstGeom prst="rect">
            <a:avLst/>
          </a:prstGeom>
          <a:noFill/>
          <a:ln w="12600">
            <a:noFill/>
          </a:ln>
        </p:spPr>
      </p:pic>
      <p:sp>
        <p:nvSpPr>
          <p:cNvPr id="437" name="CaixaDeTexto 3"/>
          <p:cNvSpPr/>
          <p:nvPr/>
        </p:nvSpPr>
        <p:spPr>
          <a:xfrm>
            <a:off x="407520" y="1347120"/>
            <a:ext cx="1343520" cy="364320"/>
          </a:xfrm>
          <a:prstGeom prst="rect">
            <a:avLst/>
          </a:prstGeom>
          <a:noFill/>
          <a:ln w="0">
            <a:noFill/>
          </a:ln>
        </p:spPr>
        <p:style>
          <a:lnRef idx="0"/>
          <a:fillRef idx="0"/>
          <a:effectRef idx="0"/>
          <a:fontRef idx="minor"/>
        </p:style>
        <p:txBody>
          <a:bodyPr wrap="none" lIns="90000" tIns="45000" rIns="90000" bIns="45000" anchor="ctr">
            <a:spAutoFit/>
          </a:bodyPr>
          <a:p>
            <a:pPr algn="ctr">
              <a:lnSpc>
                <a:spcPct val="100000"/>
              </a:lnSpc>
            </a:pPr>
            <a:r>
              <a:rPr lang="pt-BR" sz="1800" b="0" u="none" strike="noStrike">
                <a:solidFill>
                  <a:srgbClr val="2C3E50"/>
                </a:solidFill>
                <a:effectLst/>
                <a:uFillTx/>
                <a:latin typeface="Noto Sans"/>
                <a:ea typeface="Noto Sans CJK JP:palt"/>
              </a:rPr>
              <a:t>Benefícios:</a:t>
            </a:r>
            <a:endParaRPr lang="pt-BR" sz="1800" b="0" u="none" strike="noStrike">
              <a:solidFill>
                <a:srgbClr val="000000"/>
              </a:solidFill>
              <a:effectLst/>
              <a:uFillTx/>
              <a:latin typeface="Arial"/>
            </a:endParaRPr>
          </a:p>
        </p:txBody>
      </p:sp>
      <p:pic>
        <p:nvPicPr>
          <p:cNvPr id="438" name=""/>
          <p:cNvPicPr/>
          <p:nvPr/>
        </p:nvPicPr>
        <p:blipFill>
          <a:blip r:embed="rId2"/>
          <a:stretch/>
        </p:blipFill>
        <p:spPr>
          <a:xfrm>
            <a:off x="5154840" y="1800000"/>
            <a:ext cx="4664520" cy="2519280"/>
          </a:xfrm>
          <a:prstGeom prst="rect">
            <a:avLst/>
          </a:prstGeom>
          <a:noFill/>
          <a:ln w="12600">
            <a:noFill/>
          </a:ln>
        </p:spPr>
      </p:pic>
    </p:spTree>
  </p:cSld>
  <mc:AlternateContent>
    <mc:Choice Requires="p14">
      <p:transition spd="slow" p14:dur="3000"/>
    </mc:Choice>
    <mc:Fallback>
      <p:transition spd="slow"/>
    </mc:Fallback>
  </mc:AlternateContent>
  <p:timing>
    <p:tnLst>
      <p:par>
        <p:cTn id="119" dur="indefinite" restart="never" nodeType="tmRoot">
          <p:childTnLst>
            <p:seq>
              <p:cTn id="120" dur="indefinite" nodeType="mainSeq">
                <p:childTnLst>
                  <p:par>
                    <p:cTn id="121" fill="hold">
                      <p:stCondLst>
                        <p:cond delay="indefinite"/>
                      </p:stCondLst>
                      <p:childTnLst>
                        <p:par>
                          <p:cTn id="122" fill="hold">
                            <p:stCondLst>
                              <p:cond delay="0"/>
                            </p:stCondLst>
                            <p:childTnLst>
                              <p:par>
                                <p:cTn id="123" presetID="1" presetClass="entr" fill="hold" nodeType="clickEffect">
                                  <p:stCondLst>
                                    <p:cond delay="0"/>
                                  </p:stCondLst>
                                  <p:childTnLst>
                                    <p:set>
                                      <p:cBhvr>
                                        <p:cTn id="124" dur="1" fill="hold">
                                          <p:stCondLst>
                                            <p:cond delay="0"/>
                                          </p:stCondLst>
                                        </p:cTn>
                                        <p:tgtEl>
                                          <p:spTgt spid="436"/>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fill="hold" nodeType="clickEffect">
                                  <p:stCondLst>
                                    <p:cond delay="0"/>
                                  </p:stCondLst>
                                  <p:childTnLst>
                                    <p:set>
                                      <p:cBhvr>
                                        <p:cTn id="128"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3A189A13-57BB-4C3B-B014-AF1FB48104D8}" type="slidenum">
              <a:rPr lang="pt-BR" sz="1800" b="1" u="none" strike="noStrike">
                <a:solidFill>
                  <a:srgbClr val="FFFFFF"/>
                </a:solidFill>
                <a:effectLst/>
                <a:uFillTx/>
                <a:latin typeface="Noto Sans"/>
                <a:ea typeface="Noto Sans CJK JP:palt"/>
              </a:rPr>
              <a:t>6</a:t>
            </a:fld>
            <a:endParaRPr lang="pt-BR" sz="1800" b="0" u="none" strike="noStrike">
              <a:solidFill>
                <a:srgbClr val="000000"/>
              </a:solidFill>
              <a:effectLst/>
              <a:uFillTx/>
              <a:latin typeface="Arial"/>
            </a:endParaRPr>
          </a:p>
        </p:txBody>
      </p:sp>
      <p:sp>
        <p:nvSpPr>
          <p:cNvPr id="440" name="PlaceHolder 1"/>
          <p:cNvSpPr>
            <a:spLocks noGrp="1"/>
          </p:cNvSpPr>
          <p:nvPr>
            <p:ph type="title"/>
          </p:nvPr>
        </p:nvSpPr>
        <p:spPr>
          <a:xfrm>
            <a:off x="360000" y="247680"/>
            <a:ext cx="9358920" cy="717840"/>
          </a:xfrm>
          <a:prstGeom prst="rect">
            <a:avLst/>
          </a:prstGeom>
          <a:noFill/>
          <a:ln w="12600">
            <a:noFill/>
          </a:ln>
        </p:spPr>
        <p:txBody>
          <a:bodyPr lIns="0" tIns="0" rIns="0" bIns="0" anchor="ctr" anchorCtr="1">
            <a:noAutofit/>
          </a:bodyPr>
          <a:p>
            <a:pPr indent="0" algn="ctr">
              <a:lnSpc>
                <a:spcPct val="100000"/>
              </a:lnSpc>
              <a:spcBef>
                <a:spcPts val="1191"/>
              </a:spcBef>
              <a:spcAft>
                <a:spcPts val="989"/>
              </a:spcAft>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41" name="PlaceHolder 2"/>
          <p:cNvSpPr>
            <a:spLocks noGrp="1"/>
          </p:cNvSpPr>
          <p:nvPr>
            <p:ph type="subTitle"/>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O teste de software é uma atividade em que um software (ou uma parte dele) é executado para se verificar se está em conformidade com as suas especificações e se funciona corretamente dentro do ambiente para o qual foi projetado.</a:t>
            </a:r>
            <a:endParaRPr lang="pt-BR" sz="2400" b="0" u="none" strike="noStrike">
              <a:solidFill>
                <a:srgbClr val="000000"/>
              </a:solidFill>
              <a:effectLst/>
              <a:uFillTx/>
              <a:latin typeface="Arial"/>
            </a:endParaRPr>
          </a:p>
          <a:p>
            <a:pPr marL="343080" indent="-343080" algn="just">
              <a:lnSpc>
                <a:spcPct val="100000"/>
              </a:lnSpc>
              <a:spcAft>
                <a:spcPts val="1054"/>
              </a:spcAft>
              <a:buClr>
                <a:srgbClr val="000000"/>
              </a:buClr>
              <a:buFont typeface="Wingdings" charset="2"/>
              <a:buChar char=""/>
            </a:pPr>
            <a:r>
              <a:rPr lang="pt-BR" sz="2400" b="0" u="none" strike="noStrike">
                <a:solidFill>
                  <a:srgbClr val="2C3E50"/>
                </a:solidFill>
                <a:effectLst/>
                <a:uFillTx/>
                <a:latin typeface="Arial"/>
              </a:rPr>
              <a:t>Testar um software tem como principal objetivo buscar problemas, tais como defeitos, falhas e erros. A ideia é que eles sejam identificados e corrigidos, de preferência antes que o produto final seja entregue ao cliente (PEZZÈ; YOUNG, 2008).</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29" dur="indefinite" restart="never" nodeType="tmRoot">
          <p:childTnLst>
            <p:seq>
              <p:cTn id="130" dur="indefinite" nodeType="mainSeq">
                <p:childTnLst>
                  <p:par>
                    <p:cTn id="131" fill="hold">
                      <p:stCondLst>
                        <p:cond delay="indefinite"/>
                      </p:stCondLst>
                      <p:childTnLst>
                        <p:par>
                          <p:cTn id="132" fill="hold">
                            <p:stCondLst>
                              <p:cond delay="0"/>
                            </p:stCondLst>
                            <p:childTnLst>
                              <p:par>
                                <p:cTn id="133" presetID="2" presetClass="entr" fill="hold" nodeType="clickEffect" presetSubtype="8">
                                  <p:stCondLst>
                                    <p:cond delay="0"/>
                                  </p:stCondLst>
                                  <p:childTnLst>
                                    <p:set>
                                      <p:cBhvr>
                                        <p:cTn id="134" dur="1" fill="hold">
                                          <p:stCondLst>
                                            <p:cond delay="0"/>
                                          </p:stCondLst>
                                        </p:cTn>
                                        <p:tgtEl>
                                          <p:spTgt spid="441">
                                            <p:txEl>
                                              <p:pRg st="0" end="0"/>
                                            </p:txEl>
                                          </p:spTgt>
                                        </p:tgtEl>
                                        <p:attrNameLst>
                                          <p:attrName>style.visibility</p:attrName>
                                        </p:attrNameLst>
                                      </p:cBhvr>
                                      <p:to>
                                        <p:strVal val="visible"/>
                                      </p:to>
                                    </p:set>
                                    <p:anim calcmode="lin" valueType="num">
                                      <p:cBhvr additive="repl">
                                        <p:cTn id="135" dur="500" fill="hold"/>
                                        <p:tgtEl>
                                          <p:spTgt spid="441">
                                            <p:txEl>
                                              <p:pRg st="0" end="0"/>
                                            </p:txEl>
                                          </p:spTgt>
                                        </p:tgtEl>
                                        <p:attrNameLst>
                                          <p:attrName>ppt_x</p:attrName>
                                        </p:attrNameLst>
                                      </p:cBhvr>
                                      <p:tavLst>
                                        <p:tav>
                                          <p:val>
                                            <p:strVal val="0-#ppt_w/2"/>
                                          </p:val>
                                        </p:tav>
                                        <p:tav tm="100000">
                                          <p:val>
                                            <p:strVal val="#ppt_x"/>
                                          </p:val>
                                        </p:tav>
                                      </p:tavLst>
                                    </p:anim>
                                    <p:anim calcmode="lin" valueType="num">
                                      <p:cBhvr additive="repl">
                                        <p:cTn id="136" dur="500" fill="hold"/>
                                        <p:tgtEl>
                                          <p:spTgt spid="441">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fill="hold" nodeType="clickEffect" presetSubtype="8">
                                  <p:stCondLst>
                                    <p:cond delay="0"/>
                                  </p:stCondLst>
                                  <p:childTnLst>
                                    <p:set>
                                      <p:cBhvr>
                                        <p:cTn id="140" dur="1" fill="hold">
                                          <p:stCondLst>
                                            <p:cond delay="0"/>
                                          </p:stCondLst>
                                        </p:cTn>
                                        <p:tgtEl>
                                          <p:spTgt spid="441">
                                            <p:txEl>
                                              <p:pRg st="1" end="1"/>
                                            </p:txEl>
                                          </p:spTgt>
                                        </p:tgtEl>
                                        <p:attrNameLst>
                                          <p:attrName>style.visibility</p:attrName>
                                        </p:attrNameLst>
                                      </p:cBhvr>
                                      <p:to>
                                        <p:strVal val="visible"/>
                                      </p:to>
                                    </p:set>
                                    <p:anim calcmode="lin" valueType="num">
                                      <p:cBhvr additive="repl">
                                        <p:cTn id="141" dur="500" fill="hold"/>
                                        <p:tgtEl>
                                          <p:spTgt spid="441">
                                            <p:txEl>
                                              <p:pRg st="1" end="1"/>
                                            </p:txEl>
                                          </p:spTgt>
                                        </p:tgtEl>
                                        <p:attrNameLst>
                                          <p:attrName>ppt_x</p:attrName>
                                        </p:attrNameLst>
                                      </p:cBhvr>
                                      <p:tavLst>
                                        <p:tav>
                                          <p:val>
                                            <p:strVal val="0-#ppt_w/2"/>
                                          </p:val>
                                        </p:tav>
                                        <p:tav tm="100000">
                                          <p:val>
                                            <p:strVal val="#ppt_x"/>
                                          </p:val>
                                        </p:tav>
                                      </p:tavLst>
                                    </p:anim>
                                    <p:anim calcmode="lin" valueType="num">
                                      <p:cBhvr additive="repl">
                                        <p:cTn id="142" dur="500" fill="hold"/>
                                        <p:tgtEl>
                                          <p:spTgt spid="441">
                                            <p:txEl>
                                              <p:pRg st="1" end="1"/>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43"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90000"/>
              </a:lnSpc>
              <a:buClr>
                <a:srgbClr val="000000"/>
              </a:buClr>
              <a:buFont typeface="Wingdings" charset="2"/>
              <a:buChar char=""/>
            </a:pPr>
            <a:r>
              <a:rPr lang="pt-BR" sz="2400" b="0" u="none" strike="noStrike">
                <a:solidFill>
                  <a:srgbClr val="2C3E50"/>
                </a:solidFill>
                <a:effectLst/>
                <a:uFillTx/>
                <a:latin typeface="Arial"/>
              </a:rPr>
              <a:t>O teste de caixa-branca é uma técnica de teste de software que recebe outros nomes, como teste de estrutura, teste estrutural ou teste de </a:t>
            </a:r>
            <a:r>
              <a:rPr lang="pt-BR" sz="2400" b="1" u="none" strike="noStrike">
                <a:solidFill>
                  <a:srgbClr val="2C3E50"/>
                </a:solidFill>
                <a:effectLst/>
                <a:uFillTx/>
                <a:latin typeface="Arial"/>
              </a:rPr>
              <a:t>caixa de vidro</a:t>
            </a:r>
            <a:r>
              <a:rPr lang="pt-BR" sz="2400" b="0" u="none" strike="noStrike">
                <a:solidFill>
                  <a:srgbClr val="2C3E50"/>
                </a:solidFill>
                <a:effectLst/>
                <a:uFillTx/>
                <a:latin typeface="Arial"/>
              </a:rPr>
              <a:t>. Ele é uma das principais abordagens de testes, juntamente à </a:t>
            </a:r>
            <a:r>
              <a:rPr lang="pt-BR" sz="2400" b="1" u="none" strike="noStrike">
                <a:solidFill>
                  <a:srgbClr val="2C3E50"/>
                </a:solidFill>
                <a:effectLst/>
                <a:uFillTx/>
                <a:latin typeface="Arial"/>
              </a:rPr>
              <a:t>caixa-preta</a:t>
            </a:r>
            <a:r>
              <a:rPr lang="pt-BR" sz="2400" b="0" u="none" strike="noStrike">
                <a:solidFill>
                  <a:srgbClr val="2C3E50"/>
                </a:solidFill>
                <a:effectLst/>
                <a:uFillTx/>
                <a:latin typeface="Arial"/>
              </a:rPr>
              <a:t> e à </a:t>
            </a:r>
            <a:r>
              <a:rPr lang="pt-BR" sz="2400" b="1" u="none" strike="noStrike">
                <a:solidFill>
                  <a:srgbClr val="2C3E50"/>
                </a:solidFill>
                <a:effectLst/>
                <a:uFillTx/>
                <a:latin typeface="Arial"/>
              </a:rPr>
              <a:t>caixa-cinza.</a:t>
            </a:r>
            <a:endParaRPr lang="pt-BR" sz="2400" b="0" u="none" strike="noStrike">
              <a:solidFill>
                <a:srgbClr val="000000"/>
              </a:solidFill>
              <a:effectLst/>
              <a:uFillTx/>
              <a:latin typeface="Arial"/>
            </a:endParaRPr>
          </a:p>
          <a:p>
            <a:pPr marL="343080" indent="-343080" algn="just">
              <a:lnSpc>
                <a:spcPct val="90000"/>
              </a:lnSpc>
              <a:spcAft>
                <a:spcPts val="1054"/>
              </a:spcAft>
              <a:buClr>
                <a:srgbClr val="000000"/>
              </a:buClr>
              <a:buFont typeface="Wingdings" charset="2"/>
              <a:buChar char=""/>
            </a:pPr>
            <a:r>
              <a:rPr lang="pt-BR" sz="2400" b="0" u="none" strike="noStrike">
                <a:solidFill>
                  <a:srgbClr val="2C3E50"/>
                </a:solidFill>
                <a:effectLst/>
                <a:uFillTx/>
                <a:latin typeface="Arial"/>
              </a:rPr>
              <a:t>Nessa técnica de teste de software, o testador, que normalmente é o engenheiro de software ou analista de sistemas que programou o código, realiza testes diretamente no código-fonte do software, ou seja, avalia o comportamento interno de cada componente do software. Para que o teste de caixa-branca seja realizado, são escolhidos dados de entrada que servirão para testar e verificara lógica utilizada na programação do software.</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43" dur="indefinite" restart="never" nodeType="tmRoot">
          <p:childTnLst>
            <p:seq>
              <p:cTn id="144" dur="indefinite" nodeType="mainSeq">
                <p:childTnLst>
                  <p:par>
                    <p:cTn id="145" fill="hold">
                      <p:stCondLst>
                        <p:cond delay="indefinite"/>
                      </p:stCondLst>
                      <p:childTnLst>
                        <p:par>
                          <p:cTn id="146" fill="hold">
                            <p:stCondLst>
                              <p:cond delay="0"/>
                            </p:stCondLst>
                            <p:childTnLst>
                              <p:par>
                                <p:cTn id="147" presetID="2" presetClass="entr" fill="hold" nodeType="clickEffect" presetSubtype="8">
                                  <p:stCondLst>
                                    <p:cond delay="0"/>
                                  </p:stCondLst>
                                  <p:childTnLst>
                                    <p:set>
                                      <p:cBhvr>
                                        <p:cTn id="148" dur="1" fill="hold">
                                          <p:stCondLst>
                                            <p:cond delay="0"/>
                                          </p:stCondLst>
                                        </p:cTn>
                                        <p:tgtEl>
                                          <p:spTgt spid="443">
                                            <p:txEl>
                                              <p:pRg st="0" end="0"/>
                                            </p:txEl>
                                          </p:spTgt>
                                        </p:tgtEl>
                                        <p:attrNameLst>
                                          <p:attrName>style.visibility</p:attrName>
                                        </p:attrNameLst>
                                      </p:cBhvr>
                                      <p:to>
                                        <p:strVal val="visible"/>
                                      </p:to>
                                    </p:set>
                                    <p:anim calcmode="lin" valueType="num">
                                      <p:cBhvr additive="repl">
                                        <p:cTn id="149" dur="500" fill="hold"/>
                                        <p:tgtEl>
                                          <p:spTgt spid="443">
                                            <p:txEl>
                                              <p:pRg st="0" end="0"/>
                                            </p:txEl>
                                          </p:spTgt>
                                        </p:tgtEl>
                                        <p:attrNameLst>
                                          <p:attrName>ppt_x</p:attrName>
                                        </p:attrNameLst>
                                      </p:cBhvr>
                                      <p:tavLst>
                                        <p:tav>
                                          <p:val>
                                            <p:strVal val="0-#ppt_w/2"/>
                                          </p:val>
                                        </p:tav>
                                        <p:tav tm="100000">
                                          <p:val>
                                            <p:strVal val="#ppt_x"/>
                                          </p:val>
                                        </p:tav>
                                      </p:tavLst>
                                    </p:anim>
                                    <p:anim calcmode="lin" valueType="num">
                                      <p:cBhvr additive="repl">
                                        <p:cTn id="150" dur="500" fill="hold"/>
                                        <p:tgtEl>
                                          <p:spTgt spid="443">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 presetClass="entr" fill="hold" nodeType="clickEffect" presetSubtype="8">
                                  <p:stCondLst>
                                    <p:cond delay="0"/>
                                  </p:stCondLst>
                                  <p:childTnLst>
                                    <p:set>
                                      <p:cBhvr>
                                        <p:cTn id="154" dur="1" fill="hold">
                                          <p:stCondLst>
                                            <p:cond delay="0"/>
                                          </p:stCondLst>
                                        </p:cTn>
                                        <p:tgtEl>
                                          <p:spTgt spid="443">
                                            <p:txEl>
                                              <p:pRg st="1" end="1"/>
                                            </p:txEl>
                                          </p:spTgt>
                                        </p:tgtEl>
                                        <p:attrNameLst>
                                          <p:attrName>style.visibility</p:attrName>
                                        </p:attrNameLst>
                                      </p:cBhvr>
                                      <p:to>
                                        <p:strVal val="visible"/>
                                      </p:to>
                                    </p:set>
                                    <p:anim calcmode="lin" valueType="num">
                                      <p:cBhvr additive="repl">
                                        <p:cTn id="155" dur="500" fill="hold"/>
                                        <p:tgtEl>
                                          <p:spTgt spid="443">
                                            <p:txEl>
                                              <p:pRg st="1" end="1"/>
                                            </p:txEl>
                                          </p:spTgt>
                                        </p:tgtEl>
                                        <p:attrNameLst>
                                          <p:attrName>ppt_x</p:attrName>
                                        </p:attrNameLst>
                                      </p:cBhvr>
                                      <p:tavLst>
                                        <p:tav>
                                          <p:val>
                                            <p:strVal val="0-#ppt_w/2"/>
                                          </p:val>
                                        </p:tav>
                                        <p:tav tm="100000">
                                          <p:val>
                                            <p:strVal val="#ppt_x"/>
                                          </p:val>
                                        </p:tav>
                                      </p:tavLst>
                                    </p:anim>
                                    <p:anim calcmode="lin" valueType="num">
                                      <p:cBhvr additive="repl">
                                        <p:cTn id="156" dur="500" fill="hold"/>
                                        <p:tgtEl>
                                          <p:spTgt spid="443">
                                            <p:txEl>
                                              <p:pRg st="1" end="1"/>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45"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200" b="0" u="none" strike="noStrike">
                <a:solidFill>
                  <a:srgbClr val="2C3E50"/>
                </a:solidFill>
                <a:effectLst/>
                <a:uFillTx/>
                <a:latin typeface="Arial"/>
              </a:rPr>
              <a:t>Os dados escolhidos para que os testes de caixa-branca sejam efetuados no código-fonte dos softwares podem ser chamados de </a:t>
            </a:r>
            <a:r>
              <a:rPr lang="pt-BR" sz="2200" b="1" u="none" strike="noStrike">
                <a:solidFill>
                  <a:srgbClr val="2C3E50"/>
                </a:solidFill>
                <a:effectLst/>
                <a:uFillTx/>
                <a:latin typeface="Arial"/>
              </a:rPr>
              <a:t>massa de dados</a:t>
            </a:r>
            <a:r>
              <a:rPr lang="pt-BR" sz="2200" b="0" u="none" strike="noStrike">
                <a:solidFill>
                  <a:srgbClr val="2C3E50"/>
                </a:solidFill>
                <a:effectLst/>
                <a:uFillTx/>
                <a:latin typeface="Arial"/>
              </a:rPr>
              <a:t>.</a:t>
            </a:r>
            <a:endParaRPr lang="pt-BR" sz="2200" b="0" u="none" strike="noStrike">
              <a:solidFill>
                <a:srgbClr val="000000"/>
              </a:solidFill>
              <a:effectLst/>
              <a:uFillTx/>
              <a:latin typeface="Arial"/>
            </a:endParaRPr>
          </a:p>
          <a:p>
            <a:pPr marL="343080" indent="-343080" algn="just">
              <a:lnSpc>
                <a:spcPct val="100000"/>
              </a:lnSpc>
              <a:buClr>
                <a:srgbClr val="000000"/>
              </a:buClr>
              <a:buFont typeface="Wingdings" charset="2"/>
              <a:buChar char=""/>
            </a:pPr>
            <a:r>
              <a:rPr lang="pt-BR" sz="2200" b="0" u="none" strike="noStrike">
                <a:solidFill>
                  <a:srgbClr val="2C3E50"/>
                </a:solidFill>
                <a:effectLst/>
                <a:uFillTx/>
                <a:latin typeface="Arial"/>
              </a:rPr>
              <a:t>O teste de </a:t>
            </a:r>
            <a:r>
              <a:rPr lang="pt-BR" sz="2200" b="1" u="none" strike="noStrike">
                <a:solidFill>
                  <a:srgbClr val="2C3E50"/>
                </a:solidFill>
                <a:effectLst/>
                <a:uFillTx/>
                <a:latin typeface="Arial"/>
              </a:rPr>
              <a:t>caixa-branca</a:t>
            </a:r>
            <a:r>
              <a:rPr lang="pt-BR" sz="2200" b="0" u="none" strike="noStrike">
                <a:solidFill>
                  <a:srgbClr val="2C3E50"/>
                </a:solidFill>
                <a:effectLst/>
                <a:uFillTx/>
                <a:latin typeface="Arial"/>
              </a:rPr>
              <a:t> serve para verificar se o código-fonte está bem escrito e se os caminhos lógicos realizados pelo software são adequados. </a:t>
            </a:r>
            <a:endParaRPr lang="pt-BR" sz="2200" b="0" u="none" strike="noStrike">
              <a:solidFill>
                <a:srgbClr val="000000"/>
              </a:solidFill>
              <a:effectLst/>
              <a:uFillTx/>
              <a:latin typeface="Arial"/>
            </a:endParaRPr>
          </a:p>
          <a:p>
            <a:pPr marL="343080" indent="-343080" algn="just">
              <a:lnSpc>
                <a:spcPct val="100000"/>
              </a:lnSpc>
              <a:buClr>
                <a:srgbClr val="000000"/>
              </a:buClr>
              <a:buFont typeface="Wingdings" charset="2"/>
              <a:buChar char=""/>
            </a:pPr>
            <a:r>
              <a:rPr lang="pt-BR" sz="2200" b="0" u="none" strike="noStrike">
                <a:solidFill>
                  <a:srgbClr val="2C3E50"/>
                </a:solidFill>
                <a:effectLst/>
                <a:uFillTx/>
                <a:latin typeface="Arial"/>
              </a:rPr>
              <a:t>Ele coloca em xeque todos os conjuntos específicos de condições ou laços de repetição, bem como toda e qualquer estrutura do programa, como chamadas de função, decisões lógicas de verdadeiro ou falso, cálculos, acesso a dados, acesso à interface, chamadas de relatórios, entre outras.</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57" dur="indefinite" restart="never" nodeType="tmRoot">
          <p:childTnLst>
            <p:seq>
              <p:cTn id="158" dur="indefinite" nodeType="mainSeq">
                <p:childTnLst>
                  <p:par>
                    <p:cTn id="159" fill="hold">
                      <p:stCondLst>
                        <p:cond delay="indefinite"/>
                      </p:stCondLst>
                      <p:childTnLst>
                        <p:par>
                          <p:cTn id="160" fill="hold">
                            <p:stCondLst>
                              <p:cond delay="0"/>
                            </p:stCondLst>
                            <p:childTnLst>
                              <p:par>
                                <p:cTn id="161" presetID="1" presetClass="entr" fill="hold" nodeType="clickEffect">
                                  <p:stCondLst>
                                    <p:cond delay="0"/>
                                  </p:stCondLst>
                                  <p:childTnLst>
                                    <p:set>
                                      <p:cBhvr>
                                        <p:cTn id="162" dur="1" fill="hold">
                                          <p:stCondLst>
                                            <p:cond delay="0"/>
                                          </p:stCondLst>
                                        </p:cTn>
                                        <p:tgtEl>
                                          <p:spTgt spid="445">
                                            <p:txEl>
                                              <p:pRg st="0" end="0"/>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fill="hold" nodeType="clickEffect">
                                  <p:stCondLst>
                                    <p:cond delay="0"/>
                                  </p:stCondLst>
                                  <p:childTnLst>
                                    <p:set>
                                      <p:cBhvr>
                                        <p:cTn id="166" dur="1" fill="hold">
                                          <p:stCondLst>
                                            <p:cond delay="0"/>
                                          </p:stCondLst>
                                        </p:cTn>
                                        <p:tgtEl>
                                          <p:spTgt spid="445">
                                            <p:txEl>
                                              <p:pRg st="1" end="1"/>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fill="hold" nodeType="clickEffect">
                                  <p:stCondLst>
                                    <p:cond delay="0"/>
                                  </p:stCondLst>
                                  <p:childTnLst>
                                    <p:set>
                                      <p:cBhvr>
                                        <p:cTn id="170" dur="1" fill="hold">
                                          <p:stCondLst>
                                            <p:cond delay="0"/>
                                          </p:stCondLst>
                                        </p:cTn>
                                        <p:tgtEl>
                                          <p:spTgt spid="44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47"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O teste de caixa-branca leva em consideração a maneira como o software foi implementado e não a sua interface. </a:t>
            </a:r>
            <a:endParaRPr lang="pt-BR" sz="2400" b="0" u="none" strike="noStrike">
              <a:solidFill>
                <a:srgbClr val="000000"/>
              </a:solidFill>
              <a:effectLst/>
              <a:uFillTx/>
              <a:latin typeface="Arial"/>
            </a:endParaRPr>
          </a:p>
          <a:p>
            <a:pPr indent="0" algn="just">
              <a:lnSpc>
                <a:spcPct val="100000"/>
              </a:lnSpc>
              <a:buNone/>
              <a:tabLst>
                <a:tab pos="0" algn="l"/>
              </a:tabLst>
            </a:pPr>
            <a:r>
              <a:rPr lang="pt-BR" sz="2400" b="0" u="none" strike="noStrike">
                <a:solidFill>
                  <a:srgbClr val="2C3E50"/>
                </a:solidFill>
                <a:effectLst/>
                <a:uFillTx/>
                <a:latin typeface="Arial"/>
              </a:rPr>
              <a:t> </a:t>
            </a:r>
            <a:endParaRPr lang="pt-BR" sz="2400" b="0" u="none" strike="noStrike">
              <a:solidFill>
                <a:srgbClr val="000000"/>
              </a:solidFill>
              <a:effectLst/>
              <a:uFillTx/>
              <a:latin typeface="Arial"/>
            </a:endParaRPr>
          </a:p>
          <a:p>
            <a:pPr marL="343080" indent="-343080" algn="just">
              <a:lnSpc>
                <a:spcPct val="100000"/>
              </a:lnSpc>
              <a:buClr>
                <a:srgbClr val="000000"/>
              </a:buClr>
              <a:buFont typeface="Wingdings" charset="2"/>
              <a:buChar char=""/>
              <a:tabLst>
                <a:tab pos="0" algn="l"/>
              </a:tabLst>
            </a:pPr>
            <a:r>
              <a:rPr lang="pt-BR" sz="2400" b="0" u="none" strike="noStrike">
                <a:solidFill>
                  <a:srgbClr val="2C3E50"/>
                </a:solidFill>
                <a:effectLst/>
                <a:uFillTx/>
                <a:latin typeface="Arial"/>
              </a:rPr>
              <a:t>Sempre que a implementação for alterada em algum aspecto, o teste de caixa-branca deverá ser refeito, preferencialmente por completo.</a:t>
            </a:r>
            <a:endParaRPr lang="pt-BR" sz="2400" b="0" u="none" strike="noStrike">
              <a:solidFill>
                <a:srgbClr val="000000"/>
              </a:solidFill>
              <a:effectLst/>
              <a:uFillTx/>
              <a:latin typeface="Arial"/>
            </a:endParaRPr>
          </a:p>
          <a:p>
            <a:pPr marL="343080" indent="-343080" algn="just">
              <a:lnSpc>
                <a:spcPct val="100000"/>
              </a:lnSpc>
              <a:buClr>
                <a:srgbClr val="000000"/>
              </a:buClr>
              <a:buFont typeface="Wingdings" charset="2"/>
              <a:buChar char=""/>
              <a:tabLst>
                <a:tab pos="0" algn="l"/>
              </a:tabLst>
            </a:pPr>
            <a:r>
              <a:rPr lang="pt-BR" sz="2400" b="0" u="none" strike="noStrike">
                <a:solidFill>
                  <a:srgbClr val="2C3E50"/>
                </a:solidFill>
                <a:effectLst/>
                <a:uFillTx/>
                <a:latin typeface="Arial"/>
              </a:rPr>
              <a:t>Uma grande vantagem que a técnica do teste de caixa-branca apresenta é que utiliza a estrutura interna do programa como fundamento. Por isso, é mais fácil identificar valores para a massa de dados que sejam úteis para testar.</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presetID="1" presetClass="entr" fill="hold" nodeType="clickEffect">
                                  <p:stCondLst>
                                    <p:cond delay="0"/>
                                  </p:stCondLst>
                                  <p:childTnLst>
                                    <p:set>
                                      <p:cBhvr>
                                        <p:cTn id="176" dur="1" fill="hold">
                                          <p:stCondLst>
                                            <p:cond delay="0"/>
                                          </p:stCondLst>
                                        </p:cTn>
                                        <p:tgtEl>
                                          <p:spTgt spid="447">
                                            <p:txEl>
                                              <p:pRg st="0" end="0"/>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fill="hold" nodeType="clickEffect">
                                  <p:stCondLst>
                                    <p:cond delay="0"/>
                                  </p:stCondLst>
                                  <p:childTnLst>
                                    <p:set>
                                      <p:cBhvr>
                                        <p:cTn id="180" dur="1" fill="hold">
                                          <p:stCondLst>
                                            <p:cond delay="0"/>
                                          </p:stCondLst>
                                        </p:cTn>
                                        <p:tgtEl>
                                          <p:spTgt spid="447">
                                            <p:txEl>
                                              <p:pRg st="2" end="2"/>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fill="hold" nodeType="clickEffect">
                                  <p:stCondLst>
                                    <p:cond delay="0"/>
                                  </p:stCondLst>
                                  <p:childTnLst>
                                    <p:set>
                                      <p:cBhvr>
                                        <p:cTn id="184" dur="1" fill="hold">
                                          <p:stCondLst>
                                            <p:cond delay="0"/>
                                          </p:stCondLst>
                                        </p:cTn>
                                        <p:tgtEl>
                                          <p:spTgt spid="44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49"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No teste de caixa-branca, o analista tem conhecimento da estrutura interna do software e precisa de acesso total ao código-fonte. Isso o ajuda a escolher partes específicas do programa que precisam ser analisadas e avaliadas.</a:t>
            </a:r>
            <a:endParaRPr lang="pt-BR" sz="2400" b="0" u="none" strike="noStrike">
              <a:solidFill>
                <a:srgbClr val="000000"/>
              </a:solidFill>
              <a:effectLst/>
              <a:uFillTx/>
              <a:latin typeface="Arial"/>
            </a:endParaRPr>
          </a:p>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O grande objetivo do teste de caixa-branca é averiguar de maneira mais precisa e detalhada se cada estrutura do programa se comporta da maneira esperada. Nesse sentido, é o conhecimento profundo da estrutura do código que permite que o analista isole certas partes do programa que precisam ser testadas nesse nível de detalhamento.</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85" dur="indefinite" restart="never" nodeType="tmRoot">
          <p:childTnLst>
            <p:seq>
              <p:cTn id="186" dur="indefinite" nodeType="mainSeq">
                <p:childTnLst>
                  <p:par>
                    <p:cTn id="187" fill="hold">
                      <p:stCondLst>
                        <p:cond delay="indefinite"/>
                      </p:stCondLst>
                      <p:childTnLst>
                        <p:par>
                          <p:cTn id="188" fill="hold">
                            <p:stCondLst>
                              <p:cond delay="0"/>
                            </p:stCondLst>
                            <p:childTnLst>
                              <p:par>
                                <p:cTn id="189" presetID="1" presetClass="entr" fill="hold" nodeType="clickEffect">
                                  <p:stCondLst>
                                    <p:cond delay="0"/>
                                  </p:stCondLst>
                                  <p:childTnLst>
                                    <p:set>
                                      <p:cBhvr>
                                        <p:cTn id="190" dur="1" fill="hold">
                                          <p:stCondLst>
                                            <p:cond delay="0"/>
                                          </p:stCondLst>
                                        </p:cTn>
                                        <p:tgtEl>
                                          <p:spTgt spid="449">
                                            <p:txEl>
                                              <p:pRg st="0" end="0"/>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fill="hold" nodeType="clickEffect">
                                  <p:stCondLst>
                                    <p:cond delay="0"/>
                                  </p:stCondLst>
                                  <p:childTnLst>
                                    <p:set>
                                      <p:cBhvr>
                                        <p:cTn id="194" dur="1" fill="hold">
                                          <p:stCondLst>
                                            <p:cond delay="0"/>
                                          </p:stCondLst>
                                        </p:cTn>
                                        <p:tgtEl>
                                          <p:spTgt spid="449">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buNone/>
              <a:tabLst>
                <a:tab pos="0" algn="l"/>
              </a:tabLst>
            </a:pPr>
            <a:r>
              <a:rPr lang="pt-BR" sz="3600" b="1" u="none" strike="noStrike">
                <a:solidFill>
                  <a:srgbClr val="FFFFFF"/>
                </a:solidFill>
                <a:effectLst/>
                <a:uFillTx/>
                <a:latin typeface="Noto Sans"/>
              </a:rPr>
              <a:t>T</a:t>
            </a:r>
            <a:r>
              <a:rPr lang="pt-BR" sz="3200" b="1" u="none" strike="noStrike">
                <a:solidFill>
                  <a:srgbClr val="FFFFFF"/>
                </a:solidFill>
                <a:effectLst/>
                <a:uFillTx/>
                <a:latin typeface="Arial"/>
              </a:rPr>
              <a:t>este de Caixa-Branca</a:t>
            </a:r>
            <a:endParaRPr lang="pt-BR" sz="3200" b="0" u="none" strike="noStrike">
              <a:solidFill>
                <a:srgbClr val="000000"/>
              </a:solidFill>
              <a:effectLst/>
              <a:uFillTx/>
              <a:latin typeface="Arial"/>
            </a:endParaRPr>
          </a:p>
        </p:txBody>
      </p:sp>
      <p:sp>
        <p:nvSpPr>
          <p:cNvPr id="451"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spcAft>
                <a:spcPts val="1054"/>
              </a:spcAft>
              <a:buClr>
                <a:srgbClr val="000000"/>
              </a:buClr>
              <a:buFont typeface="Wingdings" charset="2"/>
              <a:buChar char=""/>
            </a:pPr>
            <a:r>
              <a:rPr lang="pt-BR" sz="2800" b="0" u="none" strike="noStrike">
                <a:solidFill>
                  <a:srgbClr val="2C3E50"/>
                </a:solidFill>
                <a:effectLst/>
                <a:uFillTx/>
                <a:latin typeface="Arial"/>
              </a:rPr>
              <a:t>Existem alguns testes que fazem parte do teste de caixa-branca. Você pode Conhecê-los melhor a seguir (PRESSMAN, 2011).</a:t>
            </a:r>
            <a:endParaRPr lang="pt-BR" sz="2800" b="0" u="none" strike="noStrike">
              <a:solidFill>
                <a:srgbClr val="000000"/>
              </a:solidFill>
              <a:effectLst/>
              <a:uFillTx/>
              <a:latin typeface="Arial"/>
            </a:endParaRPr>
          </a:p>
          <a:p>
            <a:pPr marL="685800" lvl="1" indent="-228600" algn="just">
              <a:lnSpc>
                <a:spcPct val="90000"/>
              </a:lnSpc>
              <a:spcBef>
                <a:spcPts val="499"/>
              </a:spcBef>
              <a:buClr>
                <a:srgbClr val="000000"/>
              </a:buClr>
              <a:buFont typeface="Arial"/>
              <a:buChar char="•"/>
            </a:pPr>
            <a:r>
              <a:rPr lang="pt-BR" sz="2800" b="1" u="none" strike="noStrike">
                <a:solidFill>
                  <a:srgbClr val="000000"/>
                </a:solidFill>
                <a:effectLst/>
                <a:uFillTx/>
                <a:latin typeface="Calibri"/>
              </a:rPr>
              <a:t>Teste de unidade;</a:t>
            </a:r>
            <a:endParaRPr lang="pt-BR" sz="2800" b="0" u="none" strike="noStrike">
              <a:solidFill>
                <a:srgbClr val="000000"/>
              </a:solidFill>
              <a:effectLst/>
              <a:uFillTx/>
              <a:latin typeface="Arial"/>
            </a:endParaRPr>
          </a:p>
          <a:p>
            <a:pPr marL="685800" lvl="1" indent="-228600" algn="just">
              <a:lnSpc>
                <a:spcPct val="90000"/>
              </a:lnSpc>
              <a:spcBef>
                <a:spcPts val="499"/>
              </a:spcBef>
              <a:buClr>
                <a:srgbClr val="000000"/>
              </a:buClr>
              <a:buFont typeface="Arial"/>
              <a:buChar char="•"/>
            </a:pPr>
            <a:r>
              <a:rPr lang="pt-BR" sz="2800" b="1" u="none" strike="noStrike">
                <a:solidFill>
                  <a:srgbClr val="000000"/>
                </a:solidFill>
                <a:effectLst/>
                <a:uFillTx/>
                <a:latin typeface="Calibri"/>
              </a:rPr>
              <a:t>Teste do caminho básico;</a:t>
            </a:r>
            <a:endParaRPr lang="pt-BR" sz="2800" b="0" u="none" strike="noStrike">
              <a:solidFill>
                <a:srgbClr val="000000"/>
              </a:solidFill>
              <a:effectLst/>
              <a:uFillTx/>
              <a:latin typeface="Arial"/>
            </a:endParaRPr>
          </a:p>
          <a:p>
            <a:pPr marL="685800" lvl="1" indent="-228600" algn="just">
              <a:lnSpc>
                <a:spcPct val="90000"/>
              </a:lnSpc>
              <a:spcBef>
                <a:spcPts val="499"/>
              </a:spcBef>
              <a:buClr>
                <a:srgbClr val="000000"/>
              </a:buClr>
              <a:buFont typeface="Arial"/>
              <a:buChar char="•"/>
            </a:pPr>
            <a:r>
              <a:rPr lang="pt-BR" sz="2800" b="1" u="none" strike="noStrike">
                <a:solidFill>
                  <a:srgbClr val="000000"/>
                </a:solidFill>
                <a:effectLst/>
                <a:uFillTx/>
                <a:latin typeface="Calibri"/>
              </a:rPr>
              <a:t>Teste de estrutura de controle;</a:t>
            </a:r>
            <a:endParaRPr lang="pt-BR" sz="2800" b="0" u="none" strike="noStrike">
              <a:solidFill>
                <a:srgbClr val="000000"/>
              </a:solidFill>
              <a:effectLst/>
              <a:uFillTx/>
              <a:latin typeface="Arial"/>
            </a:endParaRPr>
          </a:p>
          <a:p>
            <a:pPr marL="685800" lvl="1" indent="-228600" algn="just">
              <a:lnSpc>
                <a:spcPct val="90000"/>
              </a:lnSpc>
              <a:spcBef>
                <a:spcPts val="499"/>
              </a:spcBef>
              <a:buClr>
                <a:srgbClr val="000000"/>
              </a:buClr>
              <a:buFont typeface="Arial"/>
              <a:buChar char="•"/>
            </a:pPr>
            <a:r>
              <a:rPr lang="pt-BR" sz="2800" b="1" u="none" strike="noStrike">
                <a:solidFill>
                  <a:srgbClr val="000000"/>
                </a:solidFill>
                <a:effectLst/>
                <a:uFillTx/>
                <a:latin typeface="Calibri"/>
              </a:rPr>
              <a:t>Teste de contexto em orientação a objetos;</a:t>
            </a:r>
            <a:endParaRPr lang="pt-BR" sz="2800" b="0" u="none" strike="noStrike">
              <a:solidFill>
                <a:srgbClr val="000000"/>
              </a:solidFill>
              <a:effectLst/>
              <a:uFillTx/>
              <a:latin typeface="Arial"/>
            </a:endParaRPr>
          </a:p>
          <a:p>
            <a:pPr indent="0" algn="l">
              <a:lnSpc>
                <a:spcPct val="100000"/>
              </a:lnSpc>
              <a:spcAft>
                <a:spcPts val="1054"/>
              </a:spcAft>
              <a:buNone/>
              <a:tabLst>
                <a:tab pos="0" algn="l"/>
              </a:tabLst>
            </a:pPr>
            <a:r>
              <a:rPr lang="pt-BR" sz="2800" b="1" u="none" strike="noStrike">
                <a:solidFill>
                  <a:srgbClr val="2C3E50"/>
                </a:solidFill>
                <a:effectLst/>
                <a:uFillTx/>
                <a:latin typeface="Arial"/>
              </a:rPr>
              <a:t> </a:t>
            </a:r>
            <a:endParaRPr lang="pt-BR" sz="2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195" dur="indefinite" restart="never" nodeType="tmRoot">
          <p:childTnLst>
            <p:seq>
              <p:cTn id="196" dur="indefinite" nodeType="mainSeq">
                <p:childTnLst>
                  <p:par>
                    <p:cTn id="197" fill="hold">
                      <p:stCondLst>
                        <p:cond delay="indefinite"/>
                      </p:stCondLst>
                      <p:childTnLst>
                        <p:par>
                          <p:cTn id="198" fill="hold">
                            <p:stCondLst>
                              <p:cond delay="0"/>
                            </p:stCondLst>
                            <p:childTnLst>
                              <p:par>
                                <p:cTn id="199" presetID="1" presetClass="entr" fill="hold" nodeType="clickEffect">
                                  <p:stCondLst>
                                    <p:cond delay="0"/>
                                  </p:stCondLst>
                                  <p:childTnLst>
                                    <p:set>
                                      <p:cBhvr>
                                        <p:cTn id="200" dur="1" fill="hold">
                                          <p:stCondLst>
                                            <p:cond delay="0"/>
                                          </p:stCondLst>
                                        </p:cTn>
                                        <p:tgtEl>
                                          <p:spTgt spid="451">
                                            <p:txEl>
                                              <p:pRg st="0" end="0"/>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fill="hold" nodeType="clickEffect">
                                  <p:stCondLst>
                                    <p:cond delay="0"/>
                                  </p:stCondLst>
                                  <p:childTnLst>
                                    <p:set>
                                      <p:cBhvr>
                                        <p:cTn id="204" dur="1" fill="hold">
                                          <p:stCondLst>
                                            <p:cond delay="0"/>
                                          </p:stCondLst>
                                        </p:cTn>
                                        <p:tgtEl>
                                          <p:spTgt spid="451">
                                            <p:txEl>
                                              <p:pRg st="1" end="1"/>
                                            </p:txEl>
                                          </p:spTgt>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fill="hold" nodeType="clickEffect">
                                  <p:stCondLst>
                                    <p:cond delay="0"/>
                                  </p:stCondLst>
                                  <p:childTnLst>
                                    <p:set>
                                      <p:cBhvr>
                                        <p:cTn id="208" dur="1" fill="hold">
                                          <p:stCondLst>
                                            <p:cond delay="0"/>
                                          </p:stCondLst>
                                        </p:cTn>
                                        <p:tgtEl>
                                          <p:spTgt spid="451">
                                            <p:txEl>
                                              <p:pRg st="2" end="2"/>
                                            </p:txEl>
                                          </p:spTgt>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fill="hold" nodeType="clickEffect">
                                  <p:stCondLst>
                                    <p:cond delay="0"/>
                                  </p:stCondLst>
                                  <p:childTnLst>
                                    <p:set>
                                      <p:cBhvr>
                                        <p:cTn id="212" dur="1" fill="hold">
                                          <p:stCondLst>
                                            <p:cond delay="0"/>
                                          </p:stCondLst>
                                        </p:cTn>
                                        <p:tgtEl>
                                          <p:spTgt spid="451">
                                            <p:txEl>
                                              <p:pRg st="3" end="3"/>
                                            </p:txEl>
                                          </p:spTgt>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fill="hold" nodeType="clickEffect">
                                  <p:stCondLst>
                                    <p:cond delay="0"/>
                                  </p:stCondLst>
                                  <p:childTnLst>
                                    <p:set>
                                      <p:cBhvr>
                                        <p:cTn id="216" dur="1" fill="hold">
                                          <p:stCondLst>
                                            <p:cond delay="0"/>
                                          </p:stCondLst>
                                        </p:cTn>
                                        <p:tgtEl>
                                          <p:spTgt spid="451">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unidade</a:t>
            </a:r>
            <a:endParaRPr lang="pt-BR" sz="3200" b="0" u="none" strike="noStrike">
              <a:solidFill>
                <a:srgbClr val="000000"/>
              </a:solidFill>
              <a:effectLst/>
              <a:uFillTx/>
              <a:latin typeface="Arial"/>
            </a:endParaRPr>
          </a:p>
        </p:txBody>
      </p:sp>
      <p:sp>
        <p:nvSpPr>
          <p:cNvPr id="453"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80000"/>
              </a:lnSpc>
              <a:spcAft>
                <a:spcPts val="1054"/>
              </a:spcAft>
              <a:buClr>
                <a:srgbClr val="000000"/>
              </a:buClr>
              <a:buFont typeface="Wingdings" charset="2"/>
              <a:buChar char=""/>
            </a:pPr>
            <a:r>
              <a:rPr lang="pt-BR" sz="2000" b="0" u="none" strike="noStrike">
                <a:solidFill>
                  <a:srgbClr val="2C3E50"/>
                </a:solidFill>
                <a:effectLst/>
                <a:uFillTx/>
                <a:latin typeface="Arial"/>
              </a:rPr>
              <a:t>Antes de fazer qualquer outro teste no software, é preciso definir se o fluxo dos dados está ocorrendo de maneira correta, ou seja, se o sistema consegue lidar de maneira correta com os dados que entram e saem dele. Nesse tipo de teste, alguns aspectos são levados em conta: </a:t>
            </a:r>
            <a:endParaRPr lang="pt-BR" sz="2000" b="0" u="none" strike="noStrike">
              <a:solidFill>
                <a:srgbClr val="000000"/>
              </a:solidFill>
              <a:effectLst/>
              <a:uFillTx/>
              <a:latin typeface="Arial"/>
            </a:endParaRPr>
          </a:p>
          <a:p>
            <a:pPr marL="1028880" lvl="1" indent="-343080" algn="just">
              <a:lnSpc>
                <a:spcPct val="70000"/>
              </a:lnSpc>
              <a:spcBef>
                <a:spcPts val="499"/>
              </a:spcBef>
              <a:buClr>
                <a:srgbClr val="000000"/>
              </a:buClr>
              <a:buFont typeface="Wingdings" charset="2"/>
              <a:buChar char=""/>
            </a:pPr>
            <a:r>
              <a:rPr lang="pt-BR" sz="2000" b="0" u="none" strike="noStrike">
                <a:solidFill>
                  <a:srgbClr val="000000"/>
                </a:solidFill>
                <a:effectLst/>
                <a:uFillTx/>
                <a:latin typeface="Calibri"/>
              </a:rPr>
              <a:t>Se os dados estão sendo enviados de maneira correta para a interface e se eles chegam de volta para o banco de dados de maneira adequada;</a:t>
            </a:r>
            <a:endParaRPr lang="pt-BR" sz="2000" b="0" u="none" strike="noStrike">
              <a:solidFill>
                <a:srgbClr val="000000"/>
              </a:solidFill>
              <a:effectLst/>
              <a:uFillTx/>
              <a:latin typeface="Arial"/>
            </a:endParaRPr>
          </a:p>
          <a:p>
            <a:pPr marL="1028880" lvl="1" indent="-343080" algn="just">
              <a:lnSpc>
                <a:spcPct val="70000"/>
              </a:lnSpc>
              <a:spcBef>
                <a:spcPts val="499"/>
              </a:spcBef>
              <a:buClr>
                <a:srgbClr val="000000"/>
              </a:buClr>
              <a:buFont typeface="Wingdings" charset="2"/>
              <a:buChar char=""/>
            </a:pPr>
            <a:r>
              <a:rPr lang="pt-BR" sz="2000" b="0" u="none" strike="noStrike">
                <a:solidFill>
                  <a:srgbClr val="000000"/>
                </a:solidFill>
                <a:effectLst/>
                <a:uFillTx/>
                <a:latin typeface="Calibri"/>
              </a:rPr>
              <a:t>Se os dados que são armazenados de maneira temporária se mantêm íntegros enquanto a execução das demais partes do código acontece;</a:t>
            </a:r>
            <a:endParaRPr lang="pt-BR" sz="2000" b="0" u="none" strike="noStrike">
              <a:solidFill>
                <a:srgbClr val="000000"/>
              </a:solidFill>
              <a:effectLst/>
              <a:uFillTx/>
              <a:latin typeface="Arial"/>
            </a:endParaRPr>
          </a:p>
          <a:p>
            <a:pPr marL="1028880" lvl="1" indent="-343080" algn="just">
              <a:lnSpc>
                <a:spcPct val="70000"/>
              </a:lnSpc>
              <a:spcBef>
                <a:spcPts val="499"/>
              </a:spcBef>
              <a:buClr>
                <a:srgbClr val="000000"/>
              </a:buClr>
              <a:buFont typeface="Wingdings" charset="2"/>
              <a:buChar char=""/>
            </a:pPr>
            <a:r>
              <a:rPr lang="pt-BR" sz="2000" b="0" u="none" strike="noStrike">
                <a:solidFill>
                  <a:srgbClr val="000000"/>
                </a:solidFill>
                <a:effectLst/>
                <a:uFillTx/>
                <a:latin typeface="Calibri"/>
              </a:rPr>
              <a:t>Se todas as partes do código escrito são utilizadas pelo menos uma vez ao longo da execução das funcionalidades do sistema;</a:t>
            </a:r>
            <a:endParaRPr lang="pt-BR" sz="2000" b="0" u="none" strike="noStrike">
              <a:solidFill>
                <a:srgbClr val="000000"/>
              </a:solidFill>
              <a:effectLst/>
              <a:uFillTx/>
              <a:latin typeface="Arial"/>
            </a:endParaRPr>
          </a:p>
          <a:p>
            <a:pPr marL="1028880" lvl="1" indent="-343080" algn="just">
              <a:lnSpc>
                <a:spcPct val="70000"/>
              </a:lnSpc>
              <a:spcBef>
                <a:spcPts val="499"/>
              </a:spcBef>
              <a:buClr>
                <a:srgbClr val="000000"/>
              </a:buClr>
              <a:buFont typeface="Wingdings" charset="2"/>
              <a:buChar char=""/>
            </a:pPr>
            <a:r>
              <a:rPr lang="pt-BR" sz="2000" b="0" u="none" strike="noStrike">
                <a:solidFill>
                  <a:srgbClr val="000000"/>
                </a:solidFill>
                <a:effectLst/>
                <a:uFillTx/>
                <a:latin typeface="Calibri"/>
              </a:rPr>
              <a:t>Se o sistema consegue lidar com a entrada de dados que excedam os limites impostos nas estruturas condicionais e nos laços de repetição;</a:t>
            </a:r>
            <a:endParaRPr lang="pt-BR" sz="2000" b="0" u="none" strike="noStrike">
              <a:solidFill>
                <a:srgbClr val="000000"/>
              </a:solidFill>
              <a:effectLst/>
              <a:uFillTx/>
              <a:latin typeface="Arial"/>
            </a:endParaRPr>
          </a:p>
          <a:p>
            <a:pPr marL="1028880" lvl="1" indent="-343080" algn="just">
              <a:lnSpc>
                <a:spcPct val="70000"/>
              </a:lnSpc>
              <a:spcBef>
                <a:spcPts val="499"/>
              </a:spcBef>
              <a:buClr>
                <a:srgbClr val="000000"/>
              </a:buClr>
              <a:buFont typeface="Wingdings" charset="2"/>
              <a:buChar char=""/>
            </a:pPr>
            <a:r>
              <a:rPr lang="pt-BR" sz="2000" b="0" u="none" strike="noStrike">
                <a:solidFill>
                  <a:srgbClr val="000000"/>
                </a:solidFill>
                <a:effectLst/>
                <a:uFillTx/>
                <a:latin typeface="Calibri"/>
              </a:rPr>
              <a:t>Se todos os caminhos de manipulação de erros, defeitos e falhas estão elaborados e se o sistema consegue sair deles sem uma falha geral ou parada.</a:t>
            </a:r>
            <a:endParaRPr lang="pt-BR" sz="2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217" dur="indefinite" restart="never" nodeType="tmRoot">
          <p:childTnLst>
            <p:seq>
              <p:cTn id="218" dur="indefinite" nodeType="mainSeq">
                <p:childTnLst>
                  <p:par>
                    <p:cTn id="219" fill="hold">
                      <p:stCondLst>
                        <p:cond delay="indefinite"/>
                      </p:stCondLst>
                      <p:childTnLst>
                        <p:par>
                          <p:cTn id="220" fill="hold">
                            <p:stCondLst>
                              <p:cond delay="0"/>
                            </p:stCondLst>
                            <p:childTnLst>
                              <p:par>
                                <p:cTn id="221" presetID="2" presetClass="entr" fill="hold" nodeType="clickEffect" presetSubtype="8">
                                  <p:stCondLst>
                                    <p:cond delay="0"/>
                                  </p:stCondLst>
                                  <p:childTnLst>
                                    <p:set>
                                      <p:cBhvr>
                                        <p:cTn id="222" dur="1" fill="hold">
                                          <p:stCondLst>
                                            <p:cond delay="0"/>
                                          </p:stCondLst>
                                        </p:cTn>
                                        <p:tgtEl>
                                          <p:spTgt spid="453">
                                            <p:txEl>
                                              <p:pRg st="0" end="0"/>
                                            </p:txEl>
                                          </p:spTgt>
                                        </p:tgtEl>
                                        <p:attrNameLst>
                                          <p:attrName>style.visibility</p:attrName>
                                        </p:attrNameLst>
                                      </p:cBhvr>
                                      <p:to>
                                        <p:strVal val="visible"/>
                                      </p:to>
                                    </p:set>
                                    <p:anim calcmode="lin" valueType="num">
                                      <p:cBhvr additive="repl">
                                        <p:cTn id="223" dur="500" fill="hold"/>
                                        <p:tgtEl>
                                          <p:spTgt spid="453">
                                            <p:txEl>
                                              <p:pRg st="0" end="0"/>
                                            </p:txEl>
                                          </p:spTgt>
                                        </p:tgtEl>
                                        <p:attrNameLst>
                                          <p:attrName>ppt_x</p:attrName>
                                        </p:attrNameLst>
                                      </p:cBhvr>
                                      <p:tavLst>
                                        <p:tav>
                                          <p:val>
                                            <p:strVal val="0-#ppt_w/2"/>
                                          </p:val>
                                        </p:tav>
                                        <p:tav tm="100000">
                                          <p:val>
                                            <p:strVal val="#ppt_x"/>
                                          </p:val>
                                        </p:tav>
                                      </p:tavLst>
                                    </p:anim>
                                    <p:anim calcmode="lin" valueType="num">
                                      <p:cBhvr additive="repl">
                                        <p:cTn id="224" dur="500" fill="hold"/>
                                        <p:tgtEl>
                                          <p:spTgt spid="453">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1" presetClass="entr" fill="hold" nodeType="clickEffect">
                                  <p:stCondLst>
                                    <p:cond delay="0"/>
                                  </p:stCondLst>
                                  <p:childTnLst>
                                    <p:set>
                                      <p:cBhvr>
                                        <p:cTn id="228" dur="1" fill="hold">
                                          <p:stCondLst>
                                            <p:cond delay="0"/>
                                          </p:stCondLst>
                                        </p:cTn>
                                        <p:tgtEl>
                                          <p:spTgt spid="453">
                                            <p:txEl>
                                              <p:pRg st="1" end="1"/>
                                            </p:txEl>
                                          </p:spTgt>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fill="hold" nodeType="clickEffect">
                                  <p:stCondLst>
                                    <p:cond delay="0"/>
                                  </p:stCondLst>
                                  <p:childTnLst>
                                    <p:set>
                                      <p:cBhvr>
                                        <p:cTn id="232" dur="1" fill="hold">
                                          <p:stCondLst>
                                            <p:cond delay="0"/>
                                          </p:stCondLst>
                                        </p:cTn>
                                        <p:tgtEl>
                                          <p:spTgt spid="453">
                                            <p:txEl>
                                              <p:pRg st="2" end="2"/>
                                            </p:txEl>
                                          </p:spTgt>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fill="hold" nodeType="clickEffect">
                                  <p:stCondLst>
                                    <p:cond delay="0"/>
                                  </p:stCondLst>
                                  <p:childTnLst>
                                    <p:set>
                                      <p:cBhvr>
                                        <p:cTn id="236" dur="1" fill="hold">
                                          <p:stCondLst>
                                            <p:cond delay="0"/>
                                          </p:stCondLst>
                                        </p:cTn>
                                        <p:tgtEl>
                                          <p:spTgt spid="453">
                                            <p:txEl>
                                              <p:pRg st="3" end="3"/>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fill="hold" nodeType="clickEffect">
                                  <p:stCondLst>
                                    <p:cond delay="0"/>
                                  </p:stCondLst>
                                  <p:childTnLst>
                                    <p:set>
                                      <p:cBhvr>
                                        <p:cTn id="240" dur="1" fill="hold">
                                          <p:stCondLst>
                                            <p:cond delay="0"/>
                                          </p:stCondLst>
                                        </p:cTn>
                                        <p:tgtEl>
                                          <p:spTgt spid="453">
                                            <p:txEl>
                                              <p:pRg st="4" end="4"/>
                                            </p:txEl>
                                          </p:spTgt>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fill="hold" nodeType="clickEffect">
                                  <p:stCondLst>
                                    <p:cond delay="0"/>
                                  </p:stCondLst>
                                  <p:childTnLst>
                                    <p:set>
                                      <p:cBhvr>
                                        <p:cTn id="244" dur="1" fill="hold">
                                          <p:stCondLst>
                                            <p:cond delay="0"/>
                                          </p:stCondLst>
                                        </p:cTn>
                                        <p:tgtEl>
                                          <p:spTgt spid="453">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unidade</a:t>
            </a:r>
            <a:endParaRPr lang="pt-BR" sz="3200" b="0" u="none" strike="noStrike">
              <a:solidFill>
                <a:srgbClr val="000000"/>
              </a:solidFill>
              <a:effectLst/>
              <a:uFillTx/>
              <a:latin typeface="Arial"/>
            </a:endParaRPr>
          </a:p>
        </p:txBody>
      </p:sp>
      <p:sp>
        <p:nvSpPr>
          <p:cNvPr id="455"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1700" b="0" u="none" strike="noStrike">
                <a:solidFill>
                  <a:srgbClr val="2C3E50"/>
                </a:solidFill>
                <a:effectLst/>
                <a:uFillTx/>
                <a:latin typeface="Arial"/>
              </a:rPr>
              <a:t>De maneira geral, o teste de unidade é capaz de identificar problemas como:</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comparação incorreta de tipos de dados;</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término de laço inadequado;</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elaboração de estruturas lógicas incorretas;</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cálculos mal elaborados;</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estruturas não utilizadas ou duplicadas;</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erros, defeitos e falhas não tratados;</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falta de mensagem de retorno;</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descrição de problema incompreensível;</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descrição de problema que não fornece informações suficientes para que o usuário entenda o que deve ser feito;</a:t>
            </a:r>
            <a:endParaRPr lang="pt-BR" sz="1700" b="0" u="none" strike="noStrike">
              <a:solidFill>
                <a:srgbClr val="000000"/>
              </a:solidFill>
              <a:effectLst/>
              <a:uFillTx/>
              <a:latin typeface="Arial"/>
            </a:endParaRPr>
          </a:p>
          <a:p>
            <a:pPr marL="685800" lvl="1" indent="-228600" algn="just">
              <a:lnSpc>
                <a:spcPct val="100000"/>
              </a:lnSpc>
              <a:spcBef>
                <a:spcPts val="499"/>
              </a:spcBef>
              <a:buClr>
                <a:srgbClr val="000000"/>
              </a:buClr>
              <a:buFont typeface="Arial"/>
              <a:buChar char="•"/>
            </a:pPr>
            <a:r>
              <a:rPr lang="pt-BR" sz="1700" b="0" u="none" strike="noStrike">
                <a:solidFill>
                  <a:srgbClr val="000000"/>
                </a:solidFill>
                <a:effectLst/>
                <a:uFillTx/>
                <a:latin typeface="Calibri"/>
              </a:rPr>
              <a:t>informação de problema divergente do que realmente aconteceu.</a:t>
            </a:r>
            <a:endParaRPr lang="pt-BR" sz="17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245" dur="indefinite" restart="never" nodeType="tmRoot">
          <p:childTnLst>
            <p:seq>
              <p:cTn id="246" dur="indefinite" nodeType="mainSeq">
                <p:childTnLst>
                  <p:par>
                    <p:cTn id="247" fill="hold">
                      <p:stCondLst>
                        <p:cond delay="indefinite"/>
                      </p:stCondLst>
                      <p:childTnLst>
                        <p:par>
                          <p:cTn id="248" fill="hold">
                            <p:stCondLst>
                              <p:cond delay="0"/>
                            </p:stCondLst>
                            <p:childTnLst>
                              <p:par>
                                <p:cTn id="249" presetID="2" presetClass="entr" fill="hold" nodeType="clickEffect" presetSubtype="8">
                                  <p:stCondLst>
                                    <p:cond delay="0"/>
                                  </p:stCondLst>
                                  <p:childTnLst>
                                    <p:set>
                                      <p:cBhvr>
                                        <p:cTn id="250" dur="1" fill="hold">
                                          <p:stCondLst>
                                            <p:cond delay="0"/>
                                          </p:stCondLst>
                                        </p:cTn>
                                        <p:tgtEl>
                                          <p:spTgt spid="455">
                                            <p:txEl>
                                              <p:pRg st="0" end="0"/>
                                            </p:txEl>
                                          </p:spTgt>
                                        </p:tgtEl>
                                        <p:attrNameLst>
                                          <p:attrName>style.visibility</p:attrName>
                                        </p:attrNameLst>
                                      </p:cBhvr>
                                      <p:to>
                                        <p:strVal val="visible"/>
                                      </p:to>
                                    </p:set>
                                    <p:anim calcmode="lin" valueType="num">
                                      <p:cBhvr additive="repl">
                                        <p:cTn id="251" dur="500" fill="hold"/>
                                        <p:tgtEl>
                                          <p:spTgt spid="455">
                                            <p:txEl>
                                              <p:pRg st="0" end="0"/>
                                            </p:txEl>
                                          </p:spTgt>
                                        </p:tgtEl>
                                        <p:attrNameLst>
                                          <p:attrName>ppt_x</p:attrName>
                                        </p:attrNameLst>
                                      </p:cBhvr>
                                      <p:tavLst>
                                        <p:tav>
                                          <p:val>
                                            <p:strVal val="0-#ppt_w/2"/>
                                          </p:val>
                                        </p:tav>
                                        <p:tav tm="100000">
                                          <p:val>
                                            <p:strVal val="#ppt_x"/>
                                          </p:val>
                                        </p:tav>
                                      </p:tavLst>
                                    </p:anim>
                                    <p:anim calcmode="lin" valueType="num">
                                      <p:cBhvr additive="repl">
                                        <p:cTn id="252" dur="500" fill="hold"/>
                                        <p:tgtEl>
                                          <p:spTgt spid="455">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1" presetClass="entr" fill="hold" nodeType="clickEffect">
                                  <p:stCondLst>
                                    <p:cond delay="0"/>
                                  </p:stCondLst>
                                  <p:childTnLst>
                                    <p:set>
                                      <p:cBhvr>
                                        <p:cTn id="256" dur="1" fill="hold">
                                          <p:stCondLst>
                                            <p:cond delay="0"/>
                                          </p:stCondLst>
                                        </p:cTn>
                                        <p:tgtEl>
                                          <p:spTgt spid="455">
                                            <p:txEl>
                                              <p:pRg st="1" end="1"/>
                                            </p:txEl>
                                          </p:spTgt>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presetID="1" presetClass="entr" fill="hold" nodeType="clickEffect">
                                  <p:stCondLst>
                                    <p:cond delay="0"/>
                                  </p:stCondLst>
                                  <p:childTnLst>
                                    <p:set>
                                      <p:cBhvr>
                                        <p:cTn id="260" dur="1" fill="hold">
                                          <p:stCondLst>
                                            <p:cond delay="0"/>
                                          </p:stCondLst>
                                        </p:cTn>
                                        <p:tgtEl>
                                          <p:spTgt spid="455">
                                            <p:txEl>
                                              <p:pRg st="2" end="2"/>
                                            </p:txEl>
                                          </p:spTgt>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fill="hold" nodeType="clickEffect">
                                  <p:stCondLst>
                                    <p:cond delay="0"/>
                                  </p:stCondLst>
                                  <p:childTnLst>
                                    <p:set>
                                      <p:cBhvr>
                                        <p:cTn id="264" dur="1" fill="hold">
                                          <p:stCondLst>
                                            <p:cond delay="0"/>
                                          </p:stCondLst>
                                        </p:cTn>
                                        <p:tgtEl>
                                          <p:spTgt spid="455">
                                            <p:txEl>
                                              <p:pRg st="3" end="3"/>
                                            </p:txEl>
                                          </p:spTgt>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fill="hold" nodeType="clickEffect">
                                  <p:stCondLst>
                                    <p:cond delay="0"/>
                                  </p:stCondLst>
                                  <p:childTnLst>
                                    <p:set>
                                      <p:cBhvr>
                                        <p:cTn id="268" dur="1" fill="hold">
                                          <p:stCondLst>
                                            <p:cond delay="0"/>
                                          </p:stCondLst>
                                        </p:cTn>
                                        <p:tgtEl>
                                          <p:spTgt spid="455">
                                            <p:txEl>
                                              <p:pRg st="4" end="4"/>
                                            </p:txEl>
                                          </p:spTgt>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fill="hold" nodeType="clickEffect">
                                  <p:stCondLst>
                                    <p:cond delay="0"/>
                                  </p:stCondLst>
                                  <p:childTnLst>
                                    <p:set>
                                      <p:cBhvr>
                                        <p:cTn id="272" dur="1" fill="hold">
                                          <p:stCondLst>
                                            <p:cond delay="0"/>
                                          </p:stCondLst>
                                        </p:cTn>
                                        <p:tgtEl>
                                          <p:spTgt spid="455">
                                            <p:txEl>
                                              <p:pRg st="5" end="5"/>
                                            </p:txEl>
                                          </p:spTgt>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fill="hold" nodeType="clickEffect">
                                  <p:stCondLst>
                                    <p:cond delay="0"/>
                                  </p:stCondLst>
                                  <p:childTnLst>
                                    <p:set>
                                      <p:cBhvr>
                                        <p:cTn id="276" dur="1" fill="hold">
                                          <p:stCondLst>
                                            <p:cond delay="0"/>
                                          </p:stCondLst>
                                        </p:cTn>
                                        <p:tgtEl>
                                          <p:spTgt spid="455">
                                            <p:txEl>
                                              <p:pRg st="6" end="6"/>
                                            </p:txEl>
                                          </p:spTgt>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fill="hold" nodeType="clickEffect">
                                  <p:stCondLst>
                                    <p:cond delay="0"/>
                                  </p:stCondLst>
                                  <p:childTnLst>
                                    <p:set>
                                      <p:cBhvr>
                                        <p:cTn id="280" dur="1" fill="hold">
                                          <p:stCondLst>
                                            <p:cond delay="0"/>
                                          </p:stCondLst>
                                        </p:cTn>
                                        <p:tgtEl>
                                          <p:spTgt spid="455">
                                            <p:txEl>
                                              <p:pRg st="7" end="7"/>
                                            </p:txEl>
                                          </p:spTgt>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fill="hold" nodeType="clickEffect">
                                  <p:stCondLst>
                                    <p:cond delay="0"/>
                                  </p:stCondLst>
                                  <p:childTnLst>
                                    <p:set>
                                      <p:cBhvr>
                                        <p:cTn id="284" dur="1" fill="hold">
                                          <p:stCondLst>
                                            <p:cond delay="0"/>
                                          </p:stCondLst>
                                        </p:cTn>
                                        <p:tgtEl>
                                          <p:spTgt spid="455">
                                            <p:txEl>
                                              <p:pRg st="8" end="8"/>
                                            </p:txEl>
                                          </p:spTgt>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presetID="1" presetClass="entr" fill="hold" nodeType="clickEffect">
                                  <p:stCondLst>
                                    <p:cond delay="0"/>
                                  </p:stCondLst>
                                  <p:childTnLst>
                                    <p:set>
                                      <p:cBhvr>
                                        <p:cTn id="288" dur="1" fill="hold">
                                          <p:stCondLst>
                                            <p:cond delay="0"/>
                                          </p:stCondLst>
                                        </p:cTn>
                                        <p:tgtEl>
                                          <p:spTgt spid="455">
                                            <p:txEl>
                                              <p:pRg st="9" end="9"/>
                                            </p:txEl>
                                          </p:spTgt>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fill="hold" nodeType="clickEffect">
                                  <p:stCondLst>
                                    <p:cond delay="0"/>
                                  </p:stCondLst>
                                  <p:childTnLst>
                                    <p:set>
                                      <p:cBhvr>
                                        <p:cTn id="292" dur="1" fill="hold">
                                          <p:stCondLst>
                                            <p:cond delay="0"/>
                                          </p:stCondLst>
                                        </p:cTn>
                                        <p:tgtEl>
                                          <p:spTgt spid="455">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do caminho básico</a:t>
            </a:r>
            <a:endParaRPr lang="pt-BR" sz="3200" b="0" u="none" strike="noStrike">
              <a:solidFill>
                <a:srgbClr val="000000"/>
              </a:solidFill>
              <a:effectLst/>
              <a:uFillTx/>
              <a:latin typeface="Arial"/>
            </a:endParaRPr>
          </a:p>
        </p:txBody>
      </p:sp>
      <p:sp>
        <p:nvSpPr>
          <p:cNvPr id="457"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Nesse tipo de teste, o analista que projetou o caso de teste verifica a complexidade lógica dos procedimentos que formam conjuntos básicos de caminhos de execução do software. Ele é realizado com caminhos mais básicos, até que todos os caminhos passíveis de serem percorridos pelo software sejam avaliados.</a:t>
            </a:r>
            <a:endParaRPr lang="pt-BR" sz="2400" b="0" u="none" strike="noStrike">
              <a:solidFill>
                <a:srgbClr val="000000"/>
              </a:solidFill>
              <a:effectLst/>
              <a:uFillTx/>
              <a:latin typeface="Arial"/>
            </a:endParaRPr>
          </a:p>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Um bom exemplo disso seria o testador incluir um registro no banco de dados, alterar esse registro utilizando outra parte da interface, executar um relatório em que esse registro apareça e ainda tentar excluí-lo tudo isso sem utilizar a interface do software, apenas seguindo os passos dentro da estrutura interna.</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293" dur="indefinite" restart="never" nodeType="tmRoot">
          <p:childTnLst>
            <p:seq>
              <p:cTn id="294" dur="indefinite" nodeType="mainSeq">
                <p:childTnLst>
                  <p:par>
                    <p:cTn id="295" fill="hold">
                      <p:stCondLst>
                        <p:cond delay="indefinite"/>
                      </p:stCondLst>
                      <p:childTnLst>
                        <p:par>
                          <p:cTn id="296" fill="hold">
                            <p:stCondLst>
                              <p:cond delay="0"/>
                            </p:stCondLst>
                            <p:childTnLst>
                              <p:par>
                                <p:cTn id="297" presetID="1" presetClass="entr" fill="hold" nodeType="clickEffect">
                                  <p:stCondLst>
                                    <p:cond delay="0"/>
                                  </p:stCondLst>
                                  <p:childTnLst>
                                    <p:set>
                                      <p:cBhvr>
                                        <p:cTn id="298" dur="1" fill="hold">
                                          <p:stCondLst>
                                            <p:cond delay="0"/>
                                          </p:stCondLst>
                                        </p:cTn>
                                        <p:tgtEl>
                                          <p:spTgt spid="457">
                                            <p:txEl>
                                              <p:pRg st="0" end="0"/>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fill="hold" nodeType="clickEffect">
                                  <p:stCondLst>
                                    <p:cond delay="0"/>
                                  </p:stCondLst>
                                  <p:childTnLst>
                                    <p:set>
                                      <p:cBhvr>
                                        <p:cTn id="302" dur="1" fill="hold">
                                          <p:stCondLst>
                                            <p:cond delay="0"/>
                                          </p:stCondLst>
                                        </p:cTn>
                                        <p:tgtEl>
                                          <p:spTgt spid="45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estrutura de controle</a:t>
            </a:r>
            <a:endParaRPr lang="pt-BR" sz="3200" b="0" u="none" strike="noStrike">
              <a:solidFill>
                <a:srgbClr val="000000"/>
              </a:solidFill>
              <a:effectLst/>
              <a:uFillTx/>
              <a:latin typeface="Arial"/>
            </a:endParaRPr>
          </a:p>
        </p:txBody>
      </p:sp>
      <p:sp>
        <p:nvSpPr>
          <p:cNvPr id="459"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Nesse tipo de teste, o testador precisa analisar todas as estruturas de controle contidas no código-fonte da aplicação, tais como as condicionais, os fluxos de dados, os laços de repetição, as chamadas de função, entre outras.</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03" dur="indefinite" restart="never" nodeType="tmRoot">
          <p:childTnLst>
            <p:seq>
              <p:cTn id="304" dur="indefinite" nodeType="mainSeq">
                <p:childTnLst>
                  <p:par>
                    <p:cTn id="305" fill="hold">
                      <p:stCondLst>
                        <p:cond delay="indefinite"/>
                      </p:stCondLst>
                      <p:childTnLst>
                        <p:par>
                          <p:cTn id="306" fill="hold">
                            <p:stCondLst>
                              <p:cond delay="0"/>
                            </p:stCondLst>
                            <p:childTnLst>
                              <p:par>
                                <p:cTn id="307" presetID="1" presetClass="entr" fill="hold" nodeType="clickEffect">
                                  <p:stCondLst>
                                    <p:cond delay="0"/>
                                  </p:stCondLst>
                                  <p:childTnLst>
                                    <p:set>
                                      <p:cBhvr>
                                        <p:cTn id="308" dur="1" fill="hold">
                                          <p:stCondLst>
                                            <p:cond delay="0"/>
                                          </p:stCondLst>
                                        </p:cTn>
                                        <p:tgtEl>
                                          <p:spTgt spid="459">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contexto em orientação a objetos</a:t>
            </a:r>
            <a:endParaRPr lang="pt-BR" sz="3200" b="0" u="none" strike="noStrike">
              <a:solidFill>
                <a:srgbClr val="000000"/>
              </a:solidFill>
              <a:effectLst/>
              <a:uFillTx/>
              <a:latin typeface="Arial"/>
            </a:endParaRPr>
          </a:p>
        </p:txBody>
      </p:sp>
      <p:sp>
        <p:nvSpPr>
          <p:cNvPr id="461"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Nesse tipo de teste, basicamente o testador analisa todas as chamadas a estruturas de orientação a objetos, como classes e métodos, e sua implementação. Esse tipo de teste deve levar em consideração todos os níveis de hierarquia previstos, quando houver classes com herança. Isso porque um método que funcione corretamente para uma classe pode não funcionar da mesma maneira com uma classe que seja sua herdeira.</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09" dur="indefinite" restart="never" nodeType="tmRoot">
          <p:childTnLst>
            <p:seq>
              <p:cTn id="310" dur="indefinite" nodeType="mainSeq">
                <p:childTnLst>
                  <p:par>
                    <p:cTn id="311" fill="hold">
                      <p:stCondLst>
                        <p:cond delay="indefinite"/>
                      </p:stCondLst>
                      <p:childTnLst>
                        <p:par>
                          <p:cTn id="312" fill="hold">
                            <p:stCondLst>
                              <p:cond delay="0"/>
                            </p:stCondLst>
                            <p:childTnLst>
                              <p:par>
                                <p:cTn id="313" presetID="1" presetClass="entr" fill="hold" nodeType="clickEffect">
                                  <p:stCondLst>
                                    <p:cond delay="0"/>
                                  </p:stCondLst>
                                  <p:childTnLst>
                                    <p:set>
                                      <p:cBhvr>
                                        <p:cTn id="314" dur="1" fill="hold">
                                          <p:stCondLst>
                                            <p:cond delay="0"/>
                                          </p:stCondLst>
                                        </p:cTn>
                                        <p:tgtEl>
                                          <p:spTgt spid="461">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contexto em orientação a objetos</a:t>
            </a:r>
            <a:endParaRPr lang="pt-BR" sz="3200" b="0" u="none" strike="noStrike">
              <a:solidFill>
                <a:srgbClr val="000000"/>
              </a:solidFill>
              <a:effectLst/>
              <a:uFillTx/>
              <a:latin typeface="Arial"/>
            </a:endParaRPr>
          </a:p>
        </p:txBody>
      </p:sp>
      <p:sp>
        <p:nvSpPr>
          <p:cNvPr id="463"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10000"/>
              </a:lnSpc>
              <a:buClr>
                <a:srgbClr val="000000"/>
              </a:buClr>
              <a:buFont typeface="Wingdings" charset="2"/>
              <a:buChar char=""/>
            </a:pPr>
            <a:r>
              <a:rPr lang="pt-BR" sz="2400" b="0" u="none" strike="noStrike">
                <a:solidFill>
                  <a:srgbClr val="2C3E50"/>
                </a:solidFill>
                <a:effectLst/>
                <a:uFillTx/>
                <a:latin typeface="Arial"/>
              </a:rPr>
              <a:t>O tratamento inadequado ou a falta de tratamento de erros, defeitos e falhas, que são parte do teste de unidade, certamente são aspectos dos mais importantes trabalhados pelo teste de caixa-branca. Afinal, um bom software deve ser capaz de sair desse tipo de situação sozinho, sem causar prejuízo às atividades dos usuários, muito menos sofrer uma parada de operação, que force o usuário a iniciar todo o seu trabalho novamente.</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15" dur="indefinite" restart="never" nodeType="tmRoot">
          <p:childTnLst>
            <p:seq>
              <p:cTn id="316" dur="indefinite" nodeType="mainSeq">
                <p:childTnLst>
                  <p:par>
                    <p:cTn id="317" fill="hold">
                      <p:stCondLst>
                        <p:cond delay="indefinite"/>
                      </p:stCondLst>
                      <p:childTnLst>
                        <p:par>
                          <p:cTn id="318" fill="hold">
                            <p:stCondLst>
                              <p:cond delay="0"/>
                            </p:stCondLst>
                            <p:childTnLst>
                              <p:par>
                                <p:cTn id="319" presetID="1" presetClass="entr" fill="hold" nodeType="clickEffect">
                                  <p:stCondLst>
                                    <p:cond delay="0"/>
                                  </p:stCondLst>
                                  <p:childTnLst>
                                    <p:set>
                                      <p:cBhvr>
                                        <p:cTn id="320" dur="1" fill="hold">
                                          <p:stCondLst>
                                            <p:cond delay="0"/>
                                          </p:stCondLst>
                                        </p:cTn>
                                        <p:tgtEl>
                                          <p:spTgt spid="463">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1" u="none" strike="noStrike">
                <a:solidFill>
                  <a:srgbClr val="FFFFFF"/>
                </a:solidFill>
                <a:effectLst/>
                <a:uFillTx/>
                <a:latin typeface="Arial"/>
              </a:rPr>
              <a:t>Teste de contexto em orientação a objetos</a:t>
            </a:r>
            <a:endParaRPr lang="pt-BR" sz="3200" b="0" u="none" strike="noStrike">
              <a:solidFill>
                <a:srgbClr val="000000"/>
              </a:solidFill>
              <a:effectLst/>
              <a:uFillTx/>
              <a:latin typeface="Arial"/>
            </a:endParaRPr>
          </a:p>
        </p:txBody>
      </p:sp>
      <p:sp>
        <p:nvSpPr>
          <p:cNvPr id="465"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343080" indent="-343080" algn="just">
              <a:lnSpc>
                <a:spcPct val="100000"/>
              </a:lnSpc>
              <a:buClr>
                <a:srgbClr val="000000"/>
              </a:buClr>
              <a:buFont typeface="Wingdings" charset="2"/>
              <a:buChar char=""/>
            </a:pPr>
            <a:r>
              <a:rPr lang="pt-BR" sz="2400" b="0" u="none" strike="noStrike">
                <a:solidFill>
                  <a:srgbClr val="2C3E50"/>
                </a:solidFill>
                <a:effectLst/>
                <a:uFillTx/>
                <a:latin typeface="Arial"/>
              </a:rPr>
              <a:t>Em geral, o teste de caixa-branca consegue, sozinho, identificar se um software foi elaborado de maneira 100% correta. Isso se deve ao fato de que todos os caminhos lógicos possíveis são testados de maneira exaustiva e detalhada, o que resulta em um procedimento de testes realmente completo.</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21" dur="indefinite" restart="never" nodeType="tmRoot">
          <p:childTnLst>
            <p:seq>
              <p:cTn id="322" dur="indefinite" nodeType="mainSeq">
                <p:childTnLst>
                  <p:par>
                    <p:cTn id="323" fill="hold">
                      <p:stCondLst>
                        <p:cond delay="indefinite"/>
                      </p:stCondLst>
                      <p:childTnLst>
                        <p:par>
                          <p:cTn id="324" fill="hold">
                            <p:stCondLst>
                              <p:cond delay="0"/>
                            </p:stCondLst>
                            <p:childTnLst>
                              <p:par>
                                <p:cTn id="325" presetID="1" presetClass="entr" fill="hold" nodeType="clickEffect">
                                  <p:stCondLst>
                                    <p:cond delay="0"/>
                                  </p:stCondLst>
                                  <p:childTnLst>
                                    <p:set>
                                      <p:cBhvr>
                                        <p:cTn id="326" dur="1" fill="hold">
                                          <p:stCondLst>
                                            <p:cond delay="0"/>
                                          </p:stCondLst>
                                        </p:cTn>
                                        <p:tgtEl>
                                          <p:spTgt spid="465">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360000" y="225720"/>
            <a:ext cx="9358920" cy="717840"/>
          </a:xfrm>
          <a:prstGeom prst="rect">
            <a:avLst/>
          </a:prstGeom>
          <a:noFill/>
          <a:ln w="12600">
            <a:noFill/>
          </a:ln>
        </p:spPr>
        <p:txBody>
          <a:bodyPr lIns="0" tIns="0" rIns="0" bIns="0" anchor="ctr" anchorCtr="1">
            <a:no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
        <p:nvSpPr>
          <p:cNvPr id="467" name="PlaceHolder 2"/>
          <p:cNvSpPr>
            <a:spLocks noGrp="1"/>
          </p:cNvSpPr>
          <p:nvPr>
            <p:ph/>
          </p:nvPr>
        </p:nvSpPr>
        <p:spPr>
          <a:xfrm>
            <a:off x="360000" y="1485000"/>
            <a:ext cx="9358920" cy="377892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Teste de caixa-preta é outra importante técnica de teste de software, que configura uma das principais abordagens de testes. Chamado de teste funcional.</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Esse nome se deve ao fato de que ele é fundamentado nos requisitos funcionais do software.</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Essa é a técnica de teste em que o componente interno do software, que é a sua estrutura, é abordado como se fosse uma caixa-preta. Ou seja, ele é desconhecido, não se sabe o seu conteúdo.</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27" dur="indefinite" restart="never" nodeType="tmRoot">
          <p:childTnLst>
            <p:seq>
              <p:cTn id="328" dur="indefinite" nodeType="mainSeq">
                <p:childTnLst>
                  <p:par>
                    <p:cTn id="329" fill="hold">
                      <p:stCondLst>
                        <p:cond delay="indefinite"/>
                      </p:stCondLst>
                      <p:childTnLst>
                        <p:par>
                          <p:cTn id="330" fill="hold">
                            <p:stCondLst>
                              <p:cond delay="0"/>
                            </p:stCondLst>
                            <p:childTnLst>
                              <p:par>
                                <p:cTn id="331" presetID="1" presetClass="entr" fill="hold" nodeType="clickEffect">
                                  <p:stCondLst>
                                    <p:cond delay="0"/>
                                  </p:stCondLst>
                                  <p:childTnLst>
                                    <p:set>
                                      <p:cBhvr>
                                        <p:cTn id="332" dur="1" fill="hold">
                                          <p:stCondLst>
                                            <p:cond delay="0"/>
                                          </p:stCondLst>
                                        </p:cTn>
                                        <p:tgtEl>
                                          <p:spTgt spid="467">
                                            <p:txEl>
                                              <p:pRg st="0" end="0"/>
                                            </p:txEl>
                                          </p:spTgt>
                                        </p:tgtEl>
                                        <p:attrNameLst>
                                          <p:attrName>style.visibility</p:attrName>
                                        </p:attrNameLst>
                                      </p:cBhvr>
                                      <p:to>
                                        <p:strVal val="visible"/>
                                      </p:to>
                                    </p:set>
                                  </p:childTnLst>
                                </p:cTn>
                              </p:par>
                            </p:childTnLst>
                          </p:cTn>
                        </p:par>
                      </p:childTnLst>
                    </p:cTn>
                  </p:par>
                  <p:par>
                    <p:cTn id="333" fill="hold">
                      <p:stCondLst>
                        <p:cond delay="indefinite"/>
                      </p:stCondLst>
                      <p:childTnLst>
                        <p:par>
                          <p:cTn id="334" fill="hold">
                            <p:stCondLst>
                              <p:cond delay="0"/>
                            </p:stCondLst>
                            <p:childTnLst>
                              <p:par>
                                <p:cTn id="335" presetID="1" presetClass="entr" fill="hold" nodeType="clickEffect">
                                  <p:stCondLst>
                                    <p:cond delay="0"/>
                                  </p:stCondLst>
                                  <p:childTnLst>
                                    <p:set>
                                      <p:cBhvr>
                                        <p:cTn id="336" dur="1" fill="hold">
                                          <p:stCondLst>
                                            <p:cond delay="0"/>
                                          </p:stCondLst>
                                        </p:cTn>
                                        <p:tgtEl>
                                          <p:spTgt spid="467">
                                            <p:txEl>
                                              <p:pRg st="1" end="1"/>
                                            </p:txEl>
                                          </p:spTgt>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presetID="1" presetClass="entr" fill="hold" nodeType="clickEffect">
                                  <p:stCondLst>
                                    <p:cond delay="0"/>
                                  </p:stCondLst>
                                  <p:childTnLst>
                                    <p:set>
                                      <p:cBhvr>
                                        <p:cTn id="340" dur="1" fill="hold">
                                          <p:stCondLst>
                                            <p:cond delay="0"/>
                                          </p:stCondLst>
                                        </p:cTn>
                                        <p:tgtEl>
                                          <p:spTgt spid="467">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
        <p:nvSpPr>
          <p:cNvPr id="469" name="PlaceHolder 2"/>
          <p:cNvSpPr>
            <a:spLocks noGrp="1"/>
          </p:cNvSpPr>
          <p:nvPr>
            <p:ph/>
          </p:nvPr>
        </p:nvSpPr>
        <p:spPr>
          <a:xfrm>
            <a:off x="504000" y="1326600"/>
            <a:ext cx="9070920" cy="407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No teste de caixa-preta, o testador não tem acesso a nenhuma parte do código-fonte do software e também não conhece nada da estrutura interna dos programas (PEZZÈ; YOUNG, 2008).</a:t>
            </a:r>
            <a:endParaRPr lang="pt-BR" sz="2200" b="0" u="none" strike="noStrike">
              <a:solidFill>
                <a:srgbClr val="000000"/>
              </a:solidFill>
              <a:effectLst/>
              <a:uFillTx/>
              <a:latin typeface="Arial"/>
            </a:endParaRPr>
          </a:p>
          <a:p>
            <a:pPr marL="432000" indent="-324000" algn="just">
              <a:lnSpc>
                <a:spcPct val="100000"/>
              </a:lnSpc>
              <a:buClr>
                <a:srgbClr val="000000"/>
              </a:buClr>
              <a:buSzPct val="45000"/>
              <a:buFont typeface="OpenSymbol"/>
              <a:buChar char="►"/>
            </a:pPr>
            <a:r>
              <a:rPr lang="pt-BR" sz="2200" b="0" u="none" strike="noStrike">
                <a:solidFill>
                  <a:srgbClr val="000000"/>
                </a:solidFill>
                <a:effectLst/>
                <a:uFillTx/>
                <a:latin typeface="TimesNewRomanPSMT"/>
                <a:ea typeface="TimesNewRomanPSMT"/>
              </a:rPr>
              <a:t>O teste de caixa-preta consiste em averiguar se todas as funcionalidades estão</a:t>
            </a:r>
            <a:endParaRPr lang="pt-BR" sz="2200" b="0" u="none" strike="noStrike">
              <a:solidFill>
                <a:srgbClr val="000000"/>
              </a:solidFill>
              <a:effectLst/>
              <a:uFillTx/>
              <a:latin typeface="Arial"/>
            </a:endParaRPr>
          </a:p>
          <a:p>
            <a:pPr marL="432000" indent="0" algn="just">
              <a:lnSpc>
                <a:spcPct val="100000"/>
              </a:lnSpc>
              <a:buNone/>
              <a:tabLst>
                <a:tab pos="0" algn="l"/>
              </a:tabLst>
            </a:pPr>
            <a:r>
              <a:rPr lang="pt-BR" sz="2200" b="0" u="none" strike="noStrike">
                <a:solidFill>
                  <a:srgbClr val="000000"/>
                </a:solidFill>
                <a:effectLst/>
                <a:uFillTx/>
                <a:latin typeface="TimesNewRomanPSMT"/>
                <a:ea typeface="TimesNewRomanPSMT"/>
              </a:rPr>
              <a:t>operando de maneira adequada por meio da utilização da interface do software.</a:t>
            </a:r>
            <a:endParaRPr lang="pt-BR" sz="2200" b="0" u="none" strike="noStrike">
              <a:solidFill>
                <a:srgbClr val="000000"/>
              </a:solidFill>
              <a:effectLst/>
              <a:uFillTx/>
              <a:latin typeface="Arial"/>
            </a:endParaRPr>
          </a:p>
          <a:p>
            <a:pPr marL="432000" indent="-324000" algn="just">
              <a:lnSpc>
                <a:spcPct val="100000"/>
              </a:lnSpc>
              <a:buClr>
                <a:srgbClr val="000000"/>
              </a:buClr>
              <a:buSzPct val="45000"/>
              <a:buFont typeface="OpenSymbol"/>
              <a:buChar char="►"/>
              <a:tabLst>
                <a:tab pos="0" algn="l"/>
              </a:tabLst>
            </a:pPr>
            <a:r>
              <a:rPr lang="pt-BR" sz="2200" b="0" u="none" strike="noStrike">
                <a:solidFill>
                  <a:srgbClr val="000000"/>
                </a:solidFill>
                <a:effectLst/>
                <a:uFillTx/>
                <a:latin typeface="TimesNewRomanPSMT"/>
                <a:ea typeface="TimesNewRomanPSMT"/>
              </a:rPr>
              <a:t>O comportamento do software como um todo é, então, determinado durante a avaliação da inclusão das entradas e da produção das saídas do sistema. </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tabLst>
                <a:tab pos="0" algn="l"/>
              </a:tabLst>
            </a:pPr>
            <a:r>
              <a:rPr lang="pt-BR" sz="2200" b="0" u="none" strike="noStrike">
                <a:solidFill>
                  <a:srgbClr val="000000"/>
                </a:solidFill>
                <a:effectLst/>
                <a:uFillTx/>
                <a:latin typeface="TimesNewRomanPSMT"/>
                <a:ea typeface="TimesNewRomanPSMT"/>
              </a:rPr>
              <a:t>Basicamente, no teste de caixa-preta, o testador insere dados de entrada na interface do software e o resultado obtido é comparado com o resultado que se esperava obter.</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41" dur="indefinite" restart="never" nodeType="tmRoot">
          <p:childTnLst>
            <p:seq>
              <p:cTn id="342" dur="indefinite" nodeType="mainSeq">
                <p:childTnLst>
                  <p:par>
                    <p:cTn id="343" fill="hold">
                      <p:stCondLst>
                        <p:cond delay="indefinite"/>
                      </p:stCondLst>
                      <p:childTnLst>
                        <p:par>
                          <p:cTn id="344" fill="hold">
                            <p:stCondLst>
                              <p:cond delay="0"/>
                            </p:stCondLst>
                            <p:childTnLst>
                              <p:par>
                                <p:cTn id="345" presetID="1" presetClass="entr" fill="hold" nodeType="clickEffect">
                                  <p:stCondLst>
                                    <p:cond delay="0"/>
                                  </p:stCondLst>
                                  <p:childTnLst>
                                    <p:set>
                                      <p:cBhvr>
                                        <p:cTn id="346" dur="1" fill="hold">
                                          <p:stCondLst>
                                            <p:cond delay="0"/>
                                          </p:stCondLst>
                                        </p:cTn>
                                        <p:tgtEl>
                                          <p:spTgt spid="469">
                                            <p:txEl>
                                              <p:pRg st="0" end="0"/>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fill="hold" nodeType="clickEffect">
                                  <p:stCondLst>
                                    <p:cond delay="0"/>
                                  </p:stCondLst>
                                  <p:childTnLst>
                                    <p:set>
                                      <p:cBhvr>
                                        <p:cTn id="350" dur="1" fill="hold">
                                          <p:stCondLst>
                                            <p:cond delay="0"/>
                                          </p:stCondLst>
                                        </p:cTn>
                                        <p:tgtEl>
                                          <p:spTgt spid="469">
                                            <p:txEl>
                                              <p:pRg st="1" end="1"/>
                                            </p:txEl>
                                          </p:spTgt>
                                        </p:tgtEl>
                                        <p:attrNameLst>
                                          <p:attrName>style.visibility</p:attrName>
                                        </p:attrNameLst>
                                      </p:cBhvr>
                                      <p:to>
                                        <p:strVal val="visible"/>
                                      </p:to>
                                    </p:set>
                                  </p:childTnLst>
                                </p:cTn>
                              </p:par>
                              <p:par>
                                <p:cTn id="351" presetID="1" presetClass="entr" fill="hold" nodeType="withEffect">
                                  <p:stCondLst>
                                    <p:cond delay="0"/>
                                  </p:stCondLst>
                                  <p:childTnLst>
                                    <p:set>
                                      <p:cBhvr>
                                        <p:cTn id="352" dur="1" fill="hold">
                                          <p:stCondLst>
                                            <p:cond delay="0"/>
                                          </p:stCondLst>
                                        </p:cTn>
                                        <p:tgtEl>
                                          <p:spTgt spid="469">
                                            <p:txEl>
                                              <p:pRg st="2" end="2"/>
                                            </p:txEl>
                                          </p:spTgt>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presetID="1" presetClass="entr" fill="hold" nodeType="clickEffect">
                                  <p:stCondLst>
                                    <p:cond delay="0"/>
                                  </p:stCondLst>
                                  <p:childTnLst>
                                    <p:set>
                                      <p:cBhvr>
                                        <p:cTn id="356" dur="1" fill="hold">
                                          <p:stCondLst>
                                            <p:cond delay="0"/>
                                          </p:stCondLst>
                                        </p:cTn>
                                        <p:tgtEl>
                                          <p:spTgt spid="469">
                                            <p:txEl>
                                              <p:pRg st="3" end="3"/>
                                            </p:txEl>
                                          </p:spTgt>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presetID="1" presetClass="entr" fill="hold" nodeType="clickEffect">
                                  <p:stCondLst>
                                    <p:cond delay="0"/>
                                  </p:stCondLst>
                                  <p:childTnLst>
                                    <p:set>
                                      <p:cBhvr>
                                        <p:cTn id="360" dur="1" fill="hold">
                                          <p:stCondLst>
                                            <p:cond delay="0"/>
                                          </p:stCondLst>
                                        </p:cTn>
                                        <p:tgtEl>
                                          <p:spTgt spid="469">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
        <p:nvSpPr>
          <p:cNvPr id="471" name="PlaceHolder 2"/>
          <p:cNvSpPr>
            <a:spLocks noGrp="1"/>
          </p:cNvSpPr>
          <p:nvPr>
            <p:ph/>
          </p:nvPr>
        </p:nvSpPr>
        <p:spPr>
          <a:xfrm>
            <a:off x="504000" y="1326600"/>
            <a:ext cx="9070920" cy="4072680"/>
          </a:xfrm>
          <a:prstGeom prst="rect">
            <a:avLst/>
          </a:prstGeom>
          <a:noFill/>
          <a:ln w="12600">
            <a:noFill/>
          </a:ln>
        </p:spPr>
        <p:txBody>
          <a:bodyPr lIns="0" tIns="0" rIns="0" bIns="0" anchor="t">
            <a:normAutofit fontScale="92500" lnSpcReduction="9999"/>
          </a:bodyPr>
          <a:p>
            <a:pPr marL="432000" indent="-324000" algn="l">
              <a:lnSpc>
                <a:spcPct val="100000"/>
              </a:lnSpc>
              <a:buClr>
                <a:srgbClr val="000000"/>
              </a:buClr>
              <a:buSzPct val="45000"/>
              <a:buFont typeface="OpenSymbol"/>
              <a:buChar char="►"/>
            </a:pPr>
            <a:r>
              <a:rPr lang="pt-BR" sz="2200" b="0" u="none" strike="noStrike">
                <a:solidFill>
                  <a:srgbClr val="000000"/>
                </a:solidFill>
                <a:effectLst/>
                <a:uFillTx/>
                <a:latin typeface="TimesNewRomanPSMT"/>
                <a:ea typeface="TimesNewRomanPSMT"/>
              </a:rPr>
              <a:t>Se o resultado obtido for o mesmo que o esperado, entende-se que o teste obteve êxito e foi um sucesso.</a:t>
            </a:r>
            <a:endParaRPr lang="pt-BR" sz="2200" b="0" u="none" strike="noStrike">
              <a:solidFill>
                <a:srgbClr val="000000"/>
              </a:solidFill>
              <a:effectLst/>
              <a:uFillTx/>
              <a:latin typeface="Arial"/>
            </a:endParaRPr>
          </a:p>
          <a:p>
            <a:pPr marL="432000" indent="-324000" algn="l">
              <a:lnSpc>
                <a:spcPct val="100000"/>
              </a:lnSpc>
              <a:buClr>
                <a:srgbClr val="000000"/>
              </a:buClr>
              <a:buSzPct val="45000"/>
              <a:buFont typeface="OpenSymbol"/>
              <a:buChar char="►"/>
            </a:pPr>
            <a:r>
              <a:rPr lang="pt-BR" sz="2200" b="1" u="none" strike="noStrike">
                <a:solidFill>
                  <a:srgbClr val="000000"/>
                </a:solidFill>
                <a:effectLst/>
                <a:uFillTx/>
                <a:latin typeface="TimesNewRomanPSMT"/>
                <a:ea typeface="TimesNewRomanPSMT"/>
              </a:rPr>
              <a:t>Um bom teste de caixa-preta envolve duas atividades principais:</a:t>
            </a:r>
            <a:endParaRPr lang="pt-BR" sz="2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2200" b="0" u="none" strike="noStrike">
                <a:solidFill>
                  <a:srgbClr val="000000"/>
                </a:solidFill>
                <a:effectLst/>
                <a:uFillTx/>
                <a:latin typeface="TimesNewRomanPSMT"/>
                <a:ea typeface="TimesNewRomanPSMT"/>
              </a:rPr>
              <a:t>a identificação das atividades que o software precisa realizar, tirada da especificação dos requisitos;</a:t>
            </a:r>
            <a:endParaRPr lang="pt-BR" sz="2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pt-BR" sz="2200" b="0" u="none" strike="noStrike">
                <a:solidFill>
                  <a:srgbClr val="000000"/>
                </a:solidFill>
                <a:effectLst/>
                <a:uFillTx/>
                <a:latin typeface="TimesNewRomanPSMT"/>
                <a:ea typeface="TimesNewRomanPSMT"/>
              </a:rPr>
              <a:t>a criação dos casos de teste que sejam capazes de provar se essas atividades estão ou não sendo executadas corretamente por meio da interface do software.</a:t>
            </a:r>
            <a:endParaRPr lang="pt-BR" sz="2200" b="0" u="none" strike="noStrike">
              <a:solidFill>
                <a:srgbClr val="000000"/>
              </a:solidFill>
              <a:effectLst/>
              <a:uFillTx/>
              <a:latin typeface="Arial"/>
            </a:endParaRPr>
          </a:p>
          <a:p>
            <a:pPr marL="432000" indent="-324000" algn="just">
              <a:lnSpc>
                <a:spcPct val="100000"/>
              </a:lnSpc>
              <a:buClr>
                <a:srgbClr val="000000"/>
              </a:buClr>
              <a:buSzPct val="45000"/>
              <a:buFont typeface="OpenSymbol"/>
              <a:buChar char="►"/>
            </a:pPr>
            <a:r>
              <a:rPr lang="pt-BR" sz="2200" b="0" u="none" strike="noStrike">
                <a:solidFill>
                  <a:srgbClr val="000000"/>
                </a:solidFill>
                <a:effectLst/>
                <a:uFillTx/>
                <a:latin typeface="TimesNewRomanPSMT"/>
                <a:ea typeface="TimesNewRomanPSMT"/>
              </a:rPr>
              <a:t>Esse tipo de teste é aplicado para detectar funções inexistentes ou incorretas, erros na interface, erros no acesso ao banco de dados, problemas de desempenho e ainda problemas com o início e o fim da execução das atividades.</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O teste de caixa-preta busca encontrar todo tipo de problema que não esteja em conformidade com os requisitos que foram levantados durante a análise de requisitos do projeto de software.</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61" dur="indefinite" restart="never" nodeType="tmRoot">
          <p:childTnLst>
            <p:seq>
              <p:cTn id="362" dur="indefinite" nodeType="mainSeq">
                <p:childTnLst>
                  <p:par>
                    <p:cTn id="363" fill="hold">
                      <p:stCondLst>
                        <p:cond delay="indefinite"/>
                      </p:stCondLst>
                      <p:childTnLst>
                        <p:par>
                          <p:cTn id="364" fill="hold">
                            <p:stCondLst>
                              <p:cond delay="0"/>
                            </p:stCondLst>
                            <p:childTnLst>
                              <p:par>
                                <p:cTn id="365" presetID="1" presetClass="entr" fill="hold" nodeType="clickEffect">
                                  <p:stCondLst>
                                    <p:cond delay="0"/>
                                  </p:stCondLst>
                                  <p:childTnLst>
                                    <p:set>
                                      <p:cBhvr>
                                        <p:cTn id="366" dur="1" fill="hold">
                                          <p:stCondLst>
                                            <p:cond delay="0"/>
                                          </p:stCondLst>
                                        </p:cTn>
                                        <p:tgtEl>
                                          <p:spTgt spid="471">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fill="hold" nodeType="clickEffect">
                                  <p:stCondLst>
                                    <p:cond delay="0"/>
                                  </p:stCondLst>
                                  <p:childTnLst>
                                    <p:set>
                                      <p:cBhvr>
                                        <p:cTn id="370" dur="1" fill="hold">
                                          <p:stCondLst>
                                            <p:cond delay="0"/>
                                          </p:stCondLst>
                                        </p:cTn>
                                        <p:tgtEl>
                                          <p:spTgt spid="471">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2" presetClass="entr" fill="hold" nodeType="clickEffect" presetSubtype="8">
                                  <p:stCondLst>
                                    <p:cond delay="0"/>
                                  </p:stCondLst>
                                  <p:childTnLst>
                                    <p:set>
                                      <p:cBhvr>
                                        <p:cTn id="374" dur="1" fill="hold">
                                          <p:stCondLst>
                                            <p:cond delay="0"/>
                                          </p:stCondLst>
                                        </p:cTn>
                                        <p:tgtEl>
                                          <p:spTgt spid="471">
                                            <p:txEl>
                                              <p:pRg st="2" end="2"/>
                                            </p:txEl>
                                          </p:spTgt>
                                        </p:tgtEl>
                                        <p:attrNameLst>
                                          <p:attrName>style.visibility</p:attrName>
                                        </p:attrNameLst>
                                      </p:cBhvr>
                                      <p:to>
                                        <p:strVal val="visible"/>
                                      </p:to>
                                    </p:set>
                                    <p:anim calcmode="lin" valueType="num">
                                      <p:cBhvr additive="repl">
                                        <p:cTn id="375" dur="500" fill="hold"/>
                                        <p:tgtEl>
                                          <p:spTgt spid="471">
                                            <p:txEl>
                                              <p:pRg st="2" end="2"/>
                                            </p:txEl>
                                          </p:spTgt>
                                        </p:tgtEl>
                                        <p:attrNameLst>
                                          <p:attrName>ppt_x</p:attrName>
                                        </p:attrNameLst>
                                      </p:cBhvr>
                                      <p:tavLst>
                                        <p:tav>
                                          <p:val>
                                            <p:strVal val="0-#ppt_w/2"/>
                                          </p:val>
                                        </p:tav>
                                        <p:tav tm="100000">
                                          <p:val>
                                            <p:strVal val="#ppt_x"/>
                                          </p:val>
                                        </p:tav>
                                      </p:tavLst>
                                    </p:anim>
                                    <p:anim calcmode="lin" valueType="num">
                                      <p:cBhvr additive="repl">
                                        <p:cTn id="376" dur="500" fill="hold"/>
                                        <p:tgtEl>
                                          <p:spTgt spid="471">
                                            <p:txEl>
                                              <p:pRg st="2" end="2"/>
                                            </p:txEl>
                                          </p:spTgt>
                                        </p:tgtEl>
                                        <p:attrNameLst>
                                          <p:attrName>ppt_y</p:attrName>
                                        </p:attrNameLst>
                                      </p:cBhvr>
                                      <p:tavLst>
                                        <p:tav>
                                          <p:val>
                                            <p:strVal val="#ppt_y"/>
                                          </p:val>
                                        </p:tav>
                                        <p:tav tm="100000">
                                          <p:val>
                                            <p:strVal val="#ppt_y"/>
                                          </p:val>
                                        </p:tav>
                                      </p:tavLst>
                                    </p:anim>
                                  </p:childTnLst>
                                </p:cTn>
                              </p:par>
                            </p:childTnLst>
                          </p:cTn>
                        </p:par>
                      </p:childTnLst>
                    </p:cTn>
                  </p:par>
                  <p:par>
                    <p:cTn id="377" fill="hold">
                      <p:stCondLst>
                        <p:cond delay="indefinite"/>
                      </p:stCondLst>
                      <p:childTnLst>
                        <p:par>
                          <p:cTn id="378" fill="hold">
                            <p:stCondLst>
                              <p:cond delay="0"/>
                            </p:stCondLst>
                            <p:childTnLst>
                              <p:par>
                                <p:cTn id="379" presetID="2" presetClass="entr" fill="hold" nodeType="clickEffect" presetSubtype="8">
                                  <p:stCondLst>
                                    <p:cond delay="0"/>
                                  </p:stCondLst>
                                  <p:childTnLst>
                                    <p:set>
                                      <p:cBhvr>
                                        <p:cTn id="380" dur="1" fill="hold">
                                          <p:stCondLst>
                                            <p:cond delay="0"/>
                                          </p:stCondLst>
                                        </p:cTn>
                                        <p:tgtEl>
                                          <p:spTgt spid="471">
                                            <p:txEl>
                                              <p:pRg st="3" end="3"/>
                                            </p:txEl>
                                          </p:spTgt>
                                        </p:tgtEl>
                                        <p:attrNameLst>
                                          <p:attrName>style.visibility</p:attrName>
                                        </p:attrNameLst>
                                      </p:cBhvr>
                                      <p:to>
                                        <p:strVal val="visible"/>
                                      </p:to>
                                    </p:set>
                                    <p:anim calcmode="lin" valueType="num">
                                      <p:cBhvr additive="repl">
                                        <p:cTn id="381" dur="500" fill="hold"/>
                                        <p:tgtEl>
                                          <p:spTgt spid="471">
                                            <p:txEl>
                                              <p:pRg st="3" end="3"/>
                                            </p:txEl>
                                          </p:spTgt>
                                        </p:tgtEl>
                                        <p:attrNameLst>
                                          <p:attrName>ppt_x</p:attrName>
                                        </p:attrNameLst>
                                      </p:cBhvr>
                                      <p:tavLst>
                                        <p:tav>
                                          <p:val>
                                            <p:strVal val="0-#ppt_w/2"/>
                                          </p:val>
                                        </p:tav>
                                        <p:tav tm="100000">
                                          <p:val>
                                            <p:strVal val="#ppt_x"/>
                                          </p:val>
                                        </p:tav>
                                      </p:tavLst>
                                    </p:anim>
                                    <p:anim calcmode="lin" valueType="num">
                                      <p:cBhvr additive="repl">
                                        <p:cTn id="382" dur="500" fill="hold"/>
                                        <p:tgtEl>
                                          <p:spTgt spid="471">
                                            <p:txEl>
                                              <p:pRg st="3" end="3"/>
                                            </p:txEl>
                                          </p:spTgt>
                                        </p:tgtEl>
                                        <p:attrNameLst>
                                          <p:attrName>ppt_y</p:attrName>
                                        </p:attrNameLst>
                                      </p:cBhvr>
                                      <p:tavLst>
                                        <p:tav>
                                          <p:val>
                                            <p:strVal val="#ppt_y"/>
                                          </p:val>
                                        </p:tav>
                                        <p:tav tm="100000">
                                          <p:val>
                                            <p:strVal val="#ppt_y"/>
                                          </p:val>
                                        </p:tav>
                                      </p:tavLst>
                                    </p:anim>
                                  </p:childTnLst>
                                </p:cTn>
                              </p:par>
                            </p:childTnLst>
                          </p:cTn>
                        </p:par>
                      </p:childTnLst>
                    </p:cTn>
                  </p:par>
                  <p:par>
                    <p:cTn id="383" fill="hold">
                      <p:stCondLst>
                        <p:cond delay="indefinite"/>
                      </p:stCondLst>
                      <p:childTnLst>
                        <p:par>
                          <p:cTn id="384" fill="hold">
                            <p:stCondLst>
                              <p:cond delay="0"/>
                            </p:stCondLst>
                            <p:childTnLst>
                              <p:par>
                                <p:cTn id="385" presetID="1" presetClass="entr" fill="hold" nodeType="clickEffect">
                                  <p:stCondLst>
                                    <p:cond delay="0"/>
                                  </p:stCondLst>
                                  <p:childTnLst>
                                    <p:set>
                                      <p:cBhvr>
                                        <p:cTn id="386" dur="1" fill="hold">
                                          <p:stCondLst>
                                            <p:cond delay="0"/>
                                          </p:stCondLst>
                                        </p:cTn>
                                        <p:tgtEl>
                                          <p:spTgt spid="471">
                                            <p:txEl>
                                              <p:pRg st="4" end="4"/>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fill="hold" nodeType="clickEffect">
                                  <p:stCondLst>
                                    <p:cond delay="0"/>
                                  </p:stCondLst>
                                  <p:childTnLst>
                                    <p:set>
                                      <p:cBhvr>
                                        <p:cTn id="390" dur="1" fill="hold">
                                          <p:stCondLst>
                                            <p:cond delay="0"/>
                                          </p:stCondLst>
                                        </p:cTn>
                                        <p:tgtEl>
                                          <p:spTgt spid="471">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
        <p:nvSpPr>
          <p:cNvPr id="473" name="PlaceHolder 2"/>
          <p:cNvSpPr>
            <a:spLocks noGrp="1"/>
          </p:cNvSpPr>
          <p:nvPr>
            <p:ph/>
          </p:nvPr>
        </p:nvSpPr>
        <p:spPr>
          <a:xfrm>
            <a:off x="504000" y="1326600"/>
            <a:ext cx="9070920" cy="4072680"/>
          </a:xfrm>
          <a:prstGeom prst="rect">
            <a:avLst/>
          </a:prstGeom>
          <a:noFill/>
          <a:ln w="12600">
            <a:noFill/>
          </a:ln>
        </p:spPr>
        <p:txBody>
          <a:bodyPr lIns="0" tIns="0" rIns="0" bIns="0" anchor="t">
            <a:normAutofit fontScale="92500" lnSpcReduction="9999"/>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Entre as dificuldades ou desvantagens encontradas no teste de caixa-preta, estão as listadas a seguir (PRESSMAN, 2011).</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Dificuldade de automatização do teste, uma vez que cada projeto de software é diferente do outro, possui suas particularidades e precisa que sejam analisadas diferentes atividades, tipos de funcionalidades e respostas dadas pelo sistema.</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É importante que o teste seja feito de maneira manual. Isso serve para dar ao testador a liberdade de produzir todos os casos de teste necessários a fim de concluir se o sistema funciona como deveria ou não.</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Dificuldade em determinar se todas as partes críticas e essenciais do software foram testadas, uma vez que é a interpretação do testador, com relação aos requisitos, que o leva a escolher as funcionalidades testadas. Essa escolha nem sempre coincide com aquilo que o usuário entende como a parte principal do software produzido.</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391" dur="indefinite" restart="never" nodeType="tmRoot">
          <p:childTnLst>
            <p:seq>
              <p:cTn id="392" dur="indefinite" nodeType="mainSeq">
                <p:childTnLst>
                  <p:par>
                    <p:cTn id="393" fill="hold">
                      <p:stCondLst>
                        <p:cond delay="indefinite"/>
                      </p:stCondLst>
                      <p:childTnLst>
                        <p:par>
                          <p:cTn id="394" fill="hold">
                            <p:stCondLst>
                              <p:cond delay="0"/>
                            </p:stCondLst>
                            <p:childTnLst>
                              <p:par>
                                <p:cTn id="395" presetID="1" presetClass="entr" fill="hold" nodeType="clickEffect">
                                  <p:stCondLst>
                                    <p:cond delay="0"/>
                                  </p:stCondLst>
                                  <p:childTnLst>
                                    <p:set>
                                      <p:cBhvr>
                                        <p:cTn id="396" dur="1" fill="hold">
                                          <p:stCondLst>
                                            <p:cond delay="0"/>
                                          </p:stCondLst>
                                        </p:cTn>
                                        <p:tgtEl>
                                          <p:spTgt spid="473">
                                            <p:txEl>
                                              <p:pRg st="0" end="0"/>
                                            </p:txEl>
                                          </p:spTgt>
                                        </p:tgtEl>
                                        <p:attrNameLst>
                                          <p:attrName>style.visibility</p:attrName>
                                        </p:attrNameLst>
                                      </p:cBhvr>
                                      <p:to>
                                        <p:strVal val="visible"/>
                                      </p:to>
                                    </p:set>
                                  </p:childTnLst>
                                </p:cTn>
                              </p:par>
                            </p:childTnLst>
                          </p:cTn>
                        </p:par>
                      </p:childTnLst>
                    </p:cTn>
                  </p:par>
                  <p:par>
                    <p:cTn id="397" fill="hold">
                      <p:stCondLst>
                        <p:cond delay="indefinite"/>
                      </p:stCondLst>
                      <p:childTnLst>
                        <p:par>
                          <p:cTn id="398" fill="hold">
                            <p:stCondLst>
                              <p:cond delay="0"/>
                            </p:stCondLst>
                            <p:childTnLst>
                              <p:par>
                                <p:cTn id="399" presetID="1" presetClass="entr" fill="hold" nodeType="clickEffect">
                                  <p:stCondLst>
                                    <p:cond delay="0"/>
                                  </p:stCondLst>
                                  <p:childTnLst>
                                    <p:set>
                                      <p:cBhvr>
                                        <p:cTn id="400" dur="1" fill="hold">
                                          <p:stCondLst>
                                            <p:cond delay="0"/>
                                          </p:stCondLst>
                                        </p:cTn>
                                        <p:tgtEl>
                                          <p:spTgt spid="473">
                                            <p:txEl>
                                              <p:pRg st="1" end="1"/>
                                            </p:txEl>
                                          </p:spTgt>
                                        </p:tgtEl>
                                        <p:attrNameLst>
                                          <p:attrName>style.visibility</p:attrName>
                                        </p:attrNameLst>
                                      </p:cBhvr>
                                      <p:to>
                                        <p:strVal val="visible"/>
                                      </p:to>
                                    </p:set>
                                  </p:childTnLst>
                                </p:cTn>
                              </p:par>
                            </p:childTnLst>
                          </p:cTn>
                        </p:par>
                      </p:childTnLst>
                    </p:cTn>
                  </p:par>
                  <p:par>
                    <p:cTn id="401" fill="hold">
                      <p:stCondLst>
                        <p:cond delay="indefinite"/>
                      </p:stCondLst>
                      <p:childTnLst>
                        <p:par>
                          <p:cTn id="402" fill="hold">
                            <p:stCondLst>
                              <p:cond delay="0"/>
                            </p:stCondLst>
                            <p:childTnLst>
                              <p:par>
                                <p:cTn id="403" presetID="1" presetClass="entr" fill="hold" nodeType="clickEffect">
                                  <p:stCondLst>
                                    <p:cond delay="0"/>
                                  </p:stCondLst>
                                  <p:childTnLst>
                                    <p:set>
                                      <p:cBhvr>
                                        <p:cTn id="404" dur="1" fill="hold">
                                          <p:stCondLst>
                                            <p:cond delay="0"/>
                                          </p:stCondLst>
                                        </p:cTn>
                                        <p:tgtEl>
                                          <p:spTgt spid="473">
                                            <p:txEl>
                                              <p:pRg st="2" end="2"/>
                                            </p:txEl>
                                          </p:spTgt>
                                        </p:tgtEl>
                                        <p:attrNameLst>
                                          <p:attrName>style.visibility</p:attrName>
                                        </p:attrNameLst>
                                      </p:cBhvr>
                                      <p:to>
                                        <p:strVal val="visible"/>
                                      </p:to>
                                    </p:set>
                                  </p:childTnLst>
                                </p:cTn>
                              </p:par>
                            </p:childTnLst>
                          </p:cTn>
                        </p:par>
                      </p:childTnLst>
                    </p:cTn>
                  </p:par>
                  <p:par>
                    <p:cTn id="405" fill="hold">
                      <p:stCondLst>
                        <p:cond delay="indefinite"/>
                      </p:stCondLst>
                      <p:childTnLst>
                        <p:par>
                          <p:cTn id="406" fill="hold">
                            <p:stCondLst>
                              <p:cond delay="0"/>
                            </p:stCondLst>
                            <p:childTnLst>
                              <p:par>
                                <p:cTn id="407" presetID="1" presetClass="entr" fill="hold" nodeType="clickEffect">
                                  <p:stCondLst>
                                    <p:cond delay="0"/>
                                  </p:stCondLst>
                                  <p:childTnLst>
                                    <p:set>
                                      <p:cBhvr>
                                        <p:cTn id="408" dur="1" fill="hold">
                                          <p:stCondLst>
                                            <p:cond delay="0"/>
                                          </p:stCondLst>
                                        </p:cTn>
                                        <p:tgtEl>
                                          <p:spTgt spid="473">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
        <p:nvSpPr>
          <p:cNvPr id="475" name="PlaceHolder 2"/>
          <p:cNvSpPr>
            <a:spLocks noGrp="1"/>
          </p:cNvSpPr>
          <p:nvPr>
            <p:ph/>
          </p:nvPr>
        </p:nvSpPr>
        <p:spPr>
          <a:xfrm>
            <a:off x="504000" y="1326600"/>
            <a:ext cx="9070920" cy="407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O teste de caixa-preta, como testa as funcionalidades do sistema, está fundamentado nos requisitos funcionais do software. Tais requisitos nada mais são do que aquilo que é esperado como saída para cada entrada informada ao sistema.</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Veja, a seguir, alguns dos principais testes que fazem parte do teste de caixa-preta (PRESSMAN, 2011).</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1" u="none" strike="noStrike">
                <a:solidFill>
                  <a:srgbClr val="000000"/>
                </a:solidFill>
                <a:effectLst/>
                <a:uFillTx/>
                <a:latin typeface="Times New Roman psmt"/>
                <a:ea typeface="TimesNewRomanPSMT"/>
              </a:rPr>
              <a:t>Particionamento da equivalência</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1" u="none" strike="noStrike">
                <a:solidFill>
                  <a:srgbClr val="000000"/>
                </a:solidFill>
                <a:effectLst/>
                <a:uFillTx/>
                <a:latin typeface="Times New Roman psmt"/>
                <a:ea typeface="TimesNewRomanPS-BoldMT"/>
              </a:rPr>
              <a:t>Análise do valor limite</a:t>
            </a:r>
            <a:endParaRPr lang="pt-BR" sz="2200" b="0" u="none" strike="noStrike">
              <a:solidFill>
                <a:srgbClr val="000000"/>
              </a:solidFill>
              <a:effectLst/>
              <a:uFillTx/>
              <a:latin typeface="Arial"/>
            </a:endParaRPr>
          </a:p>
        </p:txBody>
      </p:sp>
      <p:sp>
        <p:nvSpPr>
          <p:cNvPr id="476" name=""/>
          <p:cNvSpPr/>
          <p:nvPr/>
        </p:nvSpPr>
        <p:spPr>
          <a:xfrm>
            <a:off x="2642760" y="1727640"/>
            <a:ext cx="4841280" cy="664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pt-BR" sz="3200" b="0" u="none" strike="noStrike">
                <a:solidFill>
                  <a:srgbClr val="FFFFFF"/>
                </a:solidFill>
                <a:effectLst/>
                <a:uFillTx/>
                <a:latin typeface="MyriadPro-Black"/>
                <a:ea typeface="MyriadPro-Black"/>
              </a:rPr>
              <a:t>Teste de Caixa-Preta</a:t>
            </a:r>
            <a:endParaRPr lang="pt-BR" sz="3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09" dur="indefinite" restart="never" nodeType="tmRoot">
          <p:childTnLst>
            <p:seq>
              <p:cTn id="410" dur="indefinite" nodeType="mainSeq">
                <p:childTnLst>
                  <p:par>
                    <p:cTn id="411" fill="hold">
                      <p:stCondLst>
                        <p:cond delay="indefinite"/>
                      </p:stCondLst>
                      <p:childTnLst>
                        <p:par>
                          <p:cTn id="412" fill="hold">
                            <p:stCondLst>
                              <p:cond delay="0"/>
                            </p:stCondLst>
                            <p:childTnLst>
                              <p:par>
                                <p:cTn id="413" presetID="1" presetClass="entr" fill="hold" nodeType="clickEffect">
                                  <p:stCondLst>
                                    <p:cond delay="0"/>
                                  </p:stCondLst>
                                  <p:childTnLst>
                                    <p:set>
                                      <p:cBhvr>
                                        <p:cTn id="414" dur="1" fill="hold">
                                          <p:stCondLst>
                                            <p:cond delay="0"/>
                                          </p:stCondLst>
                                        </p:cTn>
                                        <p:tgtEl>
                                          <p:spTgt spid="475">
                                            <p:txEl>
                                              <p:pRg st="0" end="0"/>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2" presetClass="entr" fill="hold" nodeType="clickEffect" presetSubtype="8">
                                  <p:stCondLst>
                                    <p:cond delay="0"/>
                                  </p:stCondLst>
                                  <p:childTnLst>
                                    <p:set>
                                      <p:cBhvr>
                                        <p:cTn id="418" dur="1" fill="hold">
                                          <p:stCondLst>
                                            <p:cond delay="0"/>
                                          </p:stCondLst>
                                        </p:cTn>
                                        <p:tgtEl>
                                          <p:spTgt spid="475">
                                            <p:txEl>
                                              <p:pRg st="1" end="1"/>
                                            </p:txEl>
                                          </p:spTgt>
                                        </p:tgtEl>
                                        <p:attrNameLst>
                                          <p:attrName>style.visibility</p:attrName>
                                        </p:attrNameLst>
                                      </p:cBhvr>
                                      <p:to>
                                        <p:strVal val="visible"/>
                                      </p:to>
                                    </p:set>
                                    <p:anim calcmode="lin" valueType="num">
                                      <p:cBhvr additive="repl">
                                        <p:cTn id="419" dur="500" fill="hold"/>
                                        <p:tgtEl>
                                          <p:spTgt spid="475">
                                            <p:txEl>
                                              <p:pRg st="1" end="1"/>
                                            </p:txEl>
                                          </p:spTgt>
                                        </p:tgtEl>
                                        <p:attrNameLst>
                                          <p:attrName>ppt_x</p:attrName>
                                        </p:attrNameLst>
                                      </p:cBhvr>
                                      <p:tavLst>
                                        <p:tav>
                                          <p:val>
                                            <p:strVal val="0-#ppt_w/2"/>
                                          </p:val>
                                        </p:tav>
                                        <p:tav tm="100000">
                                          <p:val>
                                            <p:strVal val="#ppt_x"/>
                                          </p:val>
                                        </p:tav>
                                      </p:tavLst>
                                    </p:anim>
                                    <p:anim calcmode="lin" valueType="num">
                                      <p:cBhvr additive="repl">
                                        <p:cTn id="420" dur="500" fill="hold"/>
                                        <p:tgtEl>
                                          <p:spTgt spid="475">
                                            <p:txEl>
                                              <p:pRg st="1" end="1"/>
                                            </p:txEl>
                                          </p:spTgt>
                                        </p:tgtEl>
                                        <p:attrNameLst>
                                          <p:attrName>ppt_y</p:attrName>
                                        </p:attrNameLst>
                                      </p:cBhvr>
                                      <p:tavLst>
                                        <p:tav>
                                          <p:val>
                                            <p:strVal val="#ppt_y"/>
                                          </p:val>
                                        </p:tav>
                                        <p:tav tm="100000">
                                          <p:val>
                                            <p:strVal val="#ppt_y"/>
                                          </p:val>
                                        </p:tav>
                                      </p:tavLst>
                                    </p:anim>
                                  </p:childTnLst>
                                </p:cTn>
                              </p:par>
                            </p:childTnLst>
                          </p:cTn>
                        </p:par>
                      </p:childTnLst>
                    </p:cTn>
                  </p:par>
                  <p:par>
                    <p:cTn id="421" fill="hold">
                      <p:stCondLst>
                        <p:cond delay="indefinite"/>
                      </p:stCondLst>
                      <p:childTnLst>
                        <p:par>
                          <p:cTn id="422" fill="hold">
                            <p:stCondLst>
                              <p:cond delay="0"/>
                            </p:stCondLst>
                            <p:childTnLst>
                              <p:par>
                                <p:cTn id="423" presetID="1" presetClass="entr" fill="hold" nodeType="clickEffect">
                                  <p:stCondLst>
                                    <p:cond delay="0"/>
                                  </p:stCondLst>
                                  <p:childTnLst>
                                    <p:set>
                                      <p:cBhvr>
                                        <p:cTn id="424" dur="1" fill="hold">
                                          <p:stCondLst>
                                            <p:cond delay="0"/>
                                          </p:stCondLst>
                                        </p:cTn>
                                        <p:tgtEl>
                                          <p:spTgt spid="475">
                                            <p:txEl>
                                              <p:pRg st="2" end="2"/>
                                            </p:txEl>
                                          </p:spTgt>
                                        </p:tgtEl>
                                        <p:attrNameLst>
                                          <p:attrName>style.visibility</p:attrName>
                                        </p:attrNameLst>
                                      </p:cBhvr>
                                      <p:to>
                                        <p:strVal val="visible"/>
                                      </p:to>
                                    </p:set>
                                  </p:childTnLst>
                                </p:cTn>
                              </p:par>
                            </p:childTnLst>
                          </p:cTn>
                        </p:par>
                      </p:childTnLst>
                    </p:cTn>
                  </p:par>
                  <p:par>
                    <p:cTn id="425" fill="hold">
                      <p:stCondLst>
                        <p:cond delay="indefinite"/>
                      </p:stCondLst>
                      <p:childTnLst>
                        <p:par>
                          <p:cTn id="426" fill="hold">
                            <p:stCondLst>
                              <p:cond delay="0"/>
                            </p:stCondLst>
                            <p:childTnLst>
                              <p:par>
                                <p:cTn id="427" presetID="1" presetClass="entr" fill="hold" nodeType="clickEffect">
                                  <p:stCondLst>
                                    <p:cond delay="0"/>
                                  </p:stCondLst>
                                  <p:childTnLst>
                                    <p:set>
                                      <p:cBhvr>
                                        <p:cTn id="428" dur="1" fill="hold">
                                          <p:stCondLst>
                                            <p:cond delay="0"/>
                                          </p:stCondLst>
                                        </p:cTn>
                                        <p:tgtEl>
                                          <p:spTgt spid="475">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Particionamento de Equivalência</a:t>
            </a:r>
            <a:endParaRPr lang="pt-BR" sz="3200" b="0" u="none" strike="noStrike">
              <a:solidFill>
                <a:srgbClr val="000000"/>
              </a:solidFill>
              <a:effectLst/>
              <a:uFillTx/>
              <a:latin typeface="Arial"/>
            </a:endParaRPr>
          </a:p>
        </p:txBody>
      </p:sp>
      <p:sp>
        <p:nvSpPr>
          <p:cNvPr id="478" name="PlaceHolder 2"/>
          <p:cNvSpPr>
            <a:spLocks noGrp="1"/>
          </p:cNvSpPr>
          <p:nvPr>
            <p:ph/>
          </p:nvPr>
        </p:nvSpPr>
        <p:spPr>
          <a:xfrm>
            <a:off x="504000" y="1326600"/>
            <a:ext cx="9070920" cy="335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400" b="0" u="none" strike="noStrike">
                <a:solidFill>
                  <a:srgbClr val="000000"/>
                </a:solidFill>
                <a:effectLst/>
                <a:uFillTx/>
                <a:latin typeface="TimesNewRomanPSMT"/>
                <a:ea typeface="TimesNewRomanPSMT"/>
              </a:rPr>
              <a:t>Nesse tipo de teste, os dados de entrada são divididos em categorias, para que os casos de teste possam ser derivados. Isso permite que os casos de teste sejam capazes de identificar tipos ou categorias diferentes de erro, como a falta de mensagem de confirmação de exclusão de registro. Normalmente, os dados de entrada são separados também entre válidos e inválidos para o sistema, para assim se verificar a resposta que produzem.</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29" dur="indefinite" restart="never" nodeType="tmRoot">
          <p:childTnLst>
            <p:seq>
              <p:cTn id="430" dur="indefinite" nodeType="mainSeq">
                <p:childTnLst>
                  <p:par>
                    <p:cTn id="431" fill="hold">
                      <p:stCondLst>
                        <p:cond delay="indefinite"/>
                      </p:stCondLst>
                      <p:childTnLst>
                        <p:par>
                          <p:cTn id="432" fill="hold">
                            <p:stCondLst>
                              <p:cond delay="0"/>
                            </p:stCondLst>
                            <p:childTnLst>
                              <p:par>
                                <p:cTn id="433" presetID="1" presetClass="entr" fill="hold" nodeType="clickEffect">
                                  <p:stCondLst>
                                    <p:cond delay="0"/>
                                  </p:stCondLst>
                                  <p:childTnLst>
                                    <p:set>
                                      <p:cBhvr>
                                        <p:cTn id="434" dur="1" fill="hold">
                                          <p:stCondLst>
                                            <p:cond delay="0"/>
                                          </p:stCondLst>
                                        </p:cTn>
                                        <p:tgtEl>
                                          <p:spTgt spid="478">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Análise do valor limite</a:t>
            </a:r>
            <a:endParaRPr lang="pt-BR" sz="3200" b="0" u="none" strike="noStrike">
              <a:solidFill>
                <a:srgbClr val="000000"/>
              </a:solidFill>
              <a:effectLst/>
              <a:uFillTx/>
              <a:latin typeface="Arial"/>
            </a:endParaRPr>
          </a:p>
        </p:txBody>
      </p:sp>
      <p:sp>
        <p:nvSpPr>
          <p:cNvPr id="480" name="PlaceHolder 2"/>
          <p:cNvSpPr>
            <a:spLocks noGrp="1"/>
          </p:cNvSpPr>
          <p:nvPr>
            <p:ph/>
          </p:nvPr>
        </p:nvSpPr>
        <p:spPr>
          <a:xfrm>
            <a:off x="504000" y="1326600"/>
            <a:ext cx="9070920" cy="4072680"/>
          </a:xfrm>
          <a:prstGeom prst="rect">
            <a:avLst/>
          </a:prstGeom>
          <a:noFill/>
          <a:ln w="12600">
            <a:noFill/>
          </a:ln>
        </p:spPr>
        <p:txBody>
          <a:bodyPr lIns="0" tIns="0" rIns="0" bIns="0" anchor="t">
            <a:normAutofit fontScale="92500" lnSpcReduction="9999"/>
          </a:bodyPr>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Nesse tipo de teste, o principal objetivo é testar os limites do software, o que se chama de extremidades do sistema.</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Além de testar os dados de entrada e as saídas produzidas, é preciso também analisar as saídas produzidas quando um dado inserido excede  os limites impostos, como datas, valores para cálculos, etc.</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Um bom exemplo é o fato de o sistema esperar que um intervalo entre datas seja de 01/01 a 31/01 e o testador inserir a data final como 31/03 para verificar a resposta recebida.</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Outro teste seria dar entrada em valores negativos quando o sistema espera que seja digitado um valor entre 0 e 5.</a:t>
            </a:r>
            <a:endParaRPr lang="pt-BR" sz="2000" b="0" u="none" strike="noStrike">
              <a:solidFill>
                <a:srgbClr val="000000"/>
              </a:solidFill>
              <a:effectLst/>
              <a:uFillTx/>
              <a:latin typeface="Arial"/>
            </a:endParaRPr>
          </a:p>
          <a:p>
            <a:pPr marL="864000" lvl="1" indent="-324000" algn="just">
              <a:lnSpc>
                <a:spcPct val="100000"/>
              </a:lnSpc>
              <a:spcBef>
                <a:spcPts val="1134"/>
              </a:spcBef>
              <a:buClr>
                <a:srgbClr val="000000"/>
              </a:buClr>
              <a:buSzPct val="75000"/>
              <a:buFont typeface="Symbol" charset="2"/>
              <a:buChar char=""/>
            </a:pPr>
            <a:r>
              <a:rPr lang="pt-BR" sz="2000" b="0" u="none" strike="noStrike">
                <a:solidFill>
                  <a:srgbClr val="000000"/>
                </a:solidFill>
                <a:effectLst/>
                <a:uFillTx/>
                <a:latin typeface="TimesNewRomanPSMT"/>
                <a:ea typeface="TimesNewRomanPSMT"/>
              </a:rPr>
              <a:t>Desse modo, a intenção é que os dados de entrada inseridos sejam normalmente aceitos pelo sistema e que ele elabore saídas esperadas, dependendo do dado original. Se a saída não for a prevista, um erro estará identificado.</a:t>
            </a:r>
            <a:endParaRPr lang="pt-BR" sz="2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35" dur="indefinite" restart="never" nodeType="tmRoot">
          <p:childTnLst>
            <p:seq>
              <p:cTn id="436" dur="indefinite" nodeType="mainSeq">
                <p:childTnLst>
                  <p:par>
                    <p:cTn id="437" fill="hold">
                      <p:stCondLst>
                        <p:cond delay="indefinite"/>
                      </p:stCondLst>
                      <p:childTnLst>
                        <p:par>
                          <p:cTn id="438" fill="hold">
                            <p:stCondLst>
                              <p:cond delay="0"/>
                            </p:stCondLst>
                            <p:childTnLst>
                              <p:par>
                                <p:cTn id="439" presetID="1" presetClass="entr" fill="hold" nodeType="clickEffect">
                                  <p:stCondLst>
                                    <p:cond delay="0"/>
                                  </p:stCondLst>
                                  <p:childTnLst>
                                    <p:set>
                                      <p:cBhvr>
                                        <p:cTn id="440" dur="1" fill="hold">
                                          <p:stCondLst>
                                            <p:cond delay="0"/>
                                          </p:stCondLst>
                                        </p:cTn>
                                        <p:tgtEl>
                                          <p:spTgt spid="480">
                                            <p:txEl>
                                              <p:pRg st="0" end="0"/>
                                            </p:txEl>
                                          </p:spTgt>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presetID="1" presetClass="entr" fill="hold" nodeType="clickEffect">
                                  <p:stCondLst>
                                    <p:cond delay="0"/>
                                  </p:stCondLst>
                                  <p:childTnLst>
                                    <p:set>
                                      <p:cBhvr>
                                        <p:cTn id="444" dur="1" fill="hold">
                                          <p:stCondLst>
                                            <p:cond delay="0"/>
                                          </p:stCondLst>
                                        </p:cTn>
                                        <p:tgtEl>
                                          <p:spTgt spid="480">
                                            <p:txEl>
                                              <p:pRg st="1" end="1"/>
                                            </p:txEl>
                                          </p:spTgt>
                                        </p:tgtEl>
                                        <p:attrNameLst>
                                          <p:attrName>style.visibility</p:attrName>
                                        </p:attrNameLst>
                                      </p:cBhvr>
                                      <p:to>
                                        <p:strVal val="visible"/>
                                      </p:to>
                                    </p:set>
                                  </p:childTnLst>
                                </p:cTn>
                              </p:par>
                            </p:childTnLst>
                          </p:cTn>
                        </p:par>
                      </p:childTnLst>
                    </p:cTn>
                  </p:par>
                  <p:par>
                    <p:cTn id="445" fill="hold">
                      <p:stCondLst>
                        <p:cond delay="indefinite"/>
                      </p:stCondLst>
                      <p:childTnLst>
                        <p:par>
                          <p:cTn id="446" fill="hold">
                            <p:stCondLst>
                              <p:cond delay="0"/>
                            </p:stCondLst>
                            <p:childTnLst>
                              <p:par>
                                <p:cTn id="447" presetID="1" presetClass="entr" fill="hold" nodeType="clickEffect">
                                  <p:stCondLst>
                                    <p:cond delay="0"/>
                                  </p:stCondLst>
                                  <p:childTnLst>
                                    <p:set>
                                      <p:cBhvr>
                                        <p:cTn id="448" dur="1" fill="hold">
                                          <p:stCondLst>
                                            <p:cond delay="0"/>
                                          </p:stCondLst>
                                        </p:cTn>
                                        <p:tgtEl>
                                          <p:spTgt spid="480">
                                            <p:txEl>
                                              <p:pRg st="2" end="2"/>
                                            </p:txEl>
                                          </p:spTgt>
                                        </p:tgtEl>
                                        <p:attrNameLst>
                                          <p:attrName>style.visibility</p:attrName>
                                        </p:attrNameLst>
                                      </p:cBhvr>
                                      <p:to>
                                        <p:strVal val="visible"/>
                                      </p:to>
                                    </p:set>
                                  </p:childTnLst>
                                </p:cTn>
                              </p:par>
                            </p:childTnLst>
                          </p:cTn>
                        </p:par>
                      </p:childTnLst>
                    </p:cTn>
                  </p:par>
                  <p:par>
                    <p:cTn id="449" fill="hold">
                      <p:stCondLst>
                        <p:cond delay="indefinite"/>
                      </p:stCondLst>
                      <p:childTnLst>
                        <p:par>
                          <p:cTn id="450" fill="hold">
                            <p:stCondLst>
                              <p:cond delay="0"/>
                            </p:stCondLst>
                            <p:childTnLst>
                              <p:par>
                                <p:cTn id="451" presetID="2" presetClass="entr" fill="hold" nodeType="clickEffect" presetSubtype="8">
                                  <p:stCondLst>
                                    <p:cond delay="0"/>
                                  </p:stCondLst>
                                  <p:childTnLst>
                                    <p:set>
                                      <p:cBhvr>
                                        <p:cTn id="452" dur="1" fill="hold">
                                          <p:stCondLst>
                                            <p:cond delay="0"/>
                                          </p:stCondLst>
                                        </p:cTn>
                                        <p:tgtEl>
                                          <p:spTgt spid="480">
                                            <p:txEl>
                                              <p:pRg st="3" end="3"/>
                                            </p:txEl>
                                          </p:spTgt>
                                        </p:tgtEl>
                                        <p:attrNameLst>
                                          <p:attrName>style.visibility</p:attrName>
                                        </p:attrNameLst>
                                      </p:cBhvr>
                                      <p:to>
                                        <p:strVal val="visible"/>
                                      </p:to>
                                    </p:set>
                                    <p:anim calcmode="lin" valueType="num">
                                      <p:cBhvr additive="repl">
                                        <p:cTn id="453" dur="500" fill="hold"/>
                                        <p:tgtEl>
                                          <p:spTgt spid="480">
                                            <p:txEl>
                                              <p:pRg st="3" end="3"/>
                                            </p:txEl>
                                          </p:spTgt>
                                        </p:tgtEl>
                                        <p:attrNameLst>
                                          <p:attrName>ppt_x</p:attrName>
                                        </p:attrNameLst>
                                      </p:cBhvr>
                                      <p:tavLst>
                                        <p:tav>
                                          <p:val>
                                            <p:strVal val="0-#ppt_w/2"/>
                                          </p:val>
                                        </p:tav>
                                        <p:tav tm="100000">
                                          <p:val>
                                            <p:strVal val="#ppt_x"/>
                                          </p:val>
                                        </p:tav>
                                      </p:tavLst>
                                    </p:anim>
                                    <p:anim calcmode="lin" valueType="num">
                                      <p:cBhvr additive="repl">
                                        <p:cTn id="454" dur="500" fill="hold"/>
                                        <p:tgtEl>
                                          <p:spTgt spid="480">
                                            <p:txEl>
                                              <p:pRg st="3" end="3"/>
                                            </p:txEl>
                                          </p:spTgt>
                                        </p:tgtEl>
                                        <p:attrNameLst>
                                          <p:attrName>ppt_y</p:attrName>
                                        </p:attrNameLst>
                                      </p:cBhvr>
                                      <p:tavLst>
                                        <p:tav>
                                          <p:val>
                                            <p:strVal val="#ppt_y"/>
                                          </p:val>
                                        </p:tav>
                                        <p:tav tm="100000">
                                          <p:val>
                                            <p:strVal val="#ppt_y"/>
                                          </p:val>
                                        </p:tav>
                                      </p:tavLst>
                                    </p:anim>
                                  </p:childTnLst>
                                </p:cTn>
                              </p:par>
                            </p:childTnLst>
                          </p:cTn>
                        </p:par>
                      </p:childTnLst>
                    </p:cTn>
                  </p:par>
                  <p:par>
                    <p:cTn id="455" fill="hold">
                      <p:stCondLst>
                        <p:cond delay="indefinite"/>
                      </p:stCondLst>
                      <p:childTnLst>
                        <p:par>
                          <p:cTn id="456" fill="hold">
                            <p:stCondLst>
                              <p:cond delay="0"/>
                            </p:stCondLst>
                            <p:childTnLst>
                              <p:par>
                                <p:cTn id="457" presetID="1" presetClass="entr" fill="hold" nodeType="clickEffect">
                                  <p:stCondLst>
                                    <p:cond delay="0"/>
                                  </p:stCondLst>
                                  <p:childTnLst>
                                    <p:set>
                                      <p:cBhvr>
                                        <p:cTn id="458" dur="1" fill="hold">
                                          <p:stCondLst>
                                            <p:cond delay="0"/>
                                          </p:stCondLst>
                                        </p:cTn>
                                        <p:tgtEl>
                                          <p:spTgt spid="48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Análise do valor limite</a:t>
            </a:r>
            <a:endParaRPr lang="pt-BR" sz="3200" b="0" u="none" strike="noStrike">
              <a:solidFill>
                <a:srgbClr val="000000"/>
              </a:solidFill>
              <a:effectLst/>
              <a:uFillTx/>
              <a:latin typeface="Arial"/>
            </a:endParaRPr>
          </a:p>
        </p:txBody>
      </p:sp>
      <p:sp>
        <p:nvSpPr>
          <p:cNvPr id="482" name="PlaceHolder 2"/>
          <p:cNvSpPr>
            <a:spLocks noGrp="1"/>
          </p:cNvSpPr>
          <p:nvPr>
            <p:ph/>
          </p:nvPr>
        </p:nvSpPr>
        <p:spPr>
          <a:xfrm>
            <a:off x="504000" y="1326600"/>
            <a:ext cx="9070920" cy="4072680"/>
          </a:xfrm>
          <a:prstGeom prst="rect">
            <a:avLst/>
          </a:prstGeom>
          <a:noFill/>
          <a:ln w="12600">
            <a:noFill/>
          </a:ln>
        </p:spPr>
        <p:txBody>
          <a:bodyPr lIns="0" tIns="0" rIns="0" bIns="0" anchor="t">
            <a:normAutofit fontScale="85000" lnSpcReduction="9999"/>
          </a:bodyPr>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O teste de caixa-preta não se preocupa, contudo, em saber se o código-fonte foi escrito de maneira correta para que o sistema produza as saídas corretas. Ele se preocupa somente em identificar os requisitos funcionais e em identificar se, para cada entrada inserida no sistema, este tem capacidade de produzir uma saída adequada.</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O teste de caixa-preta é relevante especialmente pelo fato de determinar se todos os requisitos do software funcionam da maneira como foram levantados durante a fase de elaboração do projeto. É essa técnica de teste que tem a capacidade de demonstrar se todos os resultados esperados são apresentados pelo software ou não.</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A grande vantagem do teste de caixa-preta, quando comparado ao teste de caixa-branca, é que nesse tipo a equipe de testadores não precisa ter conhecimento sobre a estrutura interna.</a:t>
            </a:r>
            <a:endParaRPr lang="pt-BR" sz="20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000" b="0" u="none" strike="noStrike">
                <a:solidFill>
                  <a:srgbClr val="000000"/>
                </a:solidFill>
                <a:effectLst/>
                <a:uFillTx/>
                <a:latin typeface="TimesNewRomanPSMT"/>
                <a:ea typeface="TimesNewRomanPSMT"/>
              </a:rPr>
              <a:t>É preciso apenas comparar o que foi proposto e prometido aos usuários com o que o software está realizando. Ou seja, o conhecimento exigido é acerca dos requisitos para verificar se os resultados produzidos estão      coerentes.</a:t>
            </a:r>
            <a:endParaRPr lang="pt-BR" sz="2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59" dur="indefinite" restart="never" nodeType="tmRoot">
          <p:childTnLst>
            <p:seq>
              <p:cTn id="460" dur="indefinite" nodeType="mainSeq">
                <p:childTnLst>
                  <p:par>
                    <p:cTn id="461" fill="hold">
                      <p:stCondLst>
                        <p:cond delay="indefinite"/>
                      </p:stCondLst>
                      <p:childTnLst>
                        <p:par>
                          <p:cTn id="462" fill="hold">
                            <p:stCondLst>
                              <p:cond delay="0"/>
                            </p:stCondLst>
                            <p:childTnLst>
                              <p:par>
                                <p:cTn id="463" presetID="1" presetClass="entr" fill="hold" nodeType="clickEffect">
                                  <p:stCondLst>
                                    <p:cond delay="0"/>
                                  </p:stCondLst>
                                  <p:childTnLst>
                                    <p:set>
                                      <p:cBhvr>
                                        <p:cTn id="464" dur="1" fill="hold">
                                          <p:stCondLst>
                                            <p:cond delay="0"/>
                                          </p:stCondLst>
                                        </p:cTn>
                                        <p:tgtEl>
                                          <p:spTgt spid="482">
                                            <p:txEl>
                                              <p:pRg st="0" end="0"/>
                                            </p:txEl>
                                          </p:spTgt>
                                        </p:tgtEl>
                                        <p:attrNameLst>
                                          <p:attrName>style.visibility</p:attrName>
                                        </p:attrNameLst>
                                      </p:cBhvr>
                                      <p:to>
                                        <p:strVal val="visible"/>
                                      </p:to>
                                    </p:set>
                                  </p:childTnLst>
                                </p:cTn>
                              </p:par>
                            </p:childTnLst>
                          </p:cTn>
                        </p:par>
                      </p:childTnLst>
                    </p:cTn>
                  </p:par>
                  <p:par>
                    <p:cTn id="465" fill="hold">
                      <p:stCondLst>
                        <p:cond delay="indefinite"/>
                      </p:stCondLst>
                      <p:childTnLst>
                        <p:par>
                          <p:cTn id="466" fill="hold">
                            <p:stCondLst>
                              <p:cond delay="0"/>
                            </p:stCondLst>
                            <p:childTnLst>
                              <p:par>
                                <p:cTn id="467" presetID="1" presetClass="entr" fill="hold" nodeType="clickEffect">
                                  <p:stCondLst>
                                    <p:cond delay="0"/>
                                  </p:stCondLst>
                                  <p:childTnLst>
                                    <p:set>
                                      <p:cBhvr>
                                        <p:cTn id="468" dur="1" fill="hold">
                                          <p:stCondLst>
                                            <p:cond delay="0"/>
                                          </p:stCondLst>
                                        </p:cTn>
                                        <p:tgtEl>
                                          <p:spTgt spid="482">
                                            <p:txEl>
                                              <p:pRg st="1" end="1"/>
                                            </p:txEl>
                                          </p:spTgt>
                                        </p:tgtEl>
                                        <p:attrNameLst>
                                          <p:attrName>style.visibility</p:attrName>
                                        </p:attrNameLst>
                                      </p:cBhvr>
                                      <p:to>
                                        <p:strVal val="visible"/>
                                      </p:to>
                                    </p:set>
                                  </p:childTnLst>
                                </p:cTn>
                              </p:par>
                            </p:childTnLst>
                          </p:cTn>
                        </p:par>
                      </p:childTnLst>
                    </p:cTn>
                  </p:par>
                  <p:par>
                    <p:cTn id="469" fill="hold">
                      <p:stCondLst>
                        <p:cond delay="indefinite"/>
                      </p:stCondLst>
                      <p:childTnLst>
                        <p:par>
                          <p:cTn id="470" fill="hold">
                            <p:stCondLst>
                              <p:cond delay="0"/>
                            </p:stCondLst>
                            <p:childTnLst>
                              <p:par>
                                <p:cTn id="471" presetID="1" presetClass="entr" fill="hold" nodeType="clickEffect">
                                  <p:stCondLst>
                                    <p:cond delay="0"/>
                                  </p:stCondLst>
                                  <p:childTnLst>
                                    <p:set>
                                      <p:cBhvr>
                                        <p:cTn id="472" dur="1" fill="hold">
                                          <p:stCondLst>
                                            <p:cond delay="0"/>
                                          </p:stCondLst>
                                        </p:cTn>
                                        <p:tgtEl>
                                          <p:spTgt spid="482">
                                            <p:txEl>
                                              <p:pRg st="2" end="2"/>
                                            </p:txEl>
                                          </p:spTgt>
                                        </p:tgtEl>
                                        <p:attrNameLst>
                                          <p:attrName>style.visibility</p:attrName>
                                        </p:attrNameLst>
                                      </p:cBhvr>
                                      <p:to>
                                        <p:strVal val="visible"/>
                                      </p:to>
                                    </p:set>
                                  </p:childTnLst>
                                </p:cTn>
                              </p:par>
                            </p:childTnLst>
                          </p:cTn>
                        </p:par>
                      </p:childTnLst>
                    </p:cTn>
                  </p:par>
                  <p:par>
                    <p:cTn id="473" fill="hold">
                      <p:stCondLst>
                        <p:cond delay="indefinite"/>
                      </p:stCondLst>
                      <p:childTnLst>
                        <p:par>
                          <p:cTn id="474" fill="hold">
                            <p:stCondLst>
                              <p:cond delay="0"/>
                            </p:stCondLst>
                            <p:childTnLst>
                              <p:par>
                                <p:cTn id="475" presetID="1" presetClass="entr" fill="hold" nodeType="clickEffect">
                                  <p:stCondLst>
                                    <p:cond delay="0"/>
                                  </p:stCondLst>
                                  <p:childTnLst>
                                    <p:set>
                                      <p:cBhvr>
                                        <p:cTn id="476" dur="1" fill="hold">
                                          <p:stCondLst>
                                            <p:cond delay="0"/>
                                          </p:stCondLst>
                                        </p:cTn>
                                        <p:tgtEl>
                                          <p:spTgt spid="482">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84" name="PlaceHolder 2"/>
          <p:cNvSpPr>
            <a:spLocks noGrp="1"/>
          </p:cNvSpPr>
          <p:nvPr>
            <p:ph/>
          </p:nvPr>
        </p:nvSpPr>
        <p:spPr>
          <a:xfrm>
            <a:off x="504000" y="1326600"/>
            <a:ext cx="9070920" cy="407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Wingdings" charset="2"/>
              <a:buChar char=""/>
            </a:pPr>
            <a:r>
              <a:rPr lang="pt-BR" sz="2000" b="1" u="none" strike="noStrike">
                <a:solidFill>
                  <a:srgbClr val="000000"/>
                </a:solidFill>
                <a:effectLst/>
                <a:uFillTx/>
                <a:latin typeface="Times New Roman psmt"/>
              </a:rPr>
              <a:t>Nota :</a:t>
            </a:r>
            <a:r>
              <a:rPr lang="pt-BR" sz="2000" b="0" u="none" strike="noStrike">
                <a:solidFill>
                  <a:srgbClr val="000000"/>
                </a:solidFill>
                <a:effectLst/>
                <a:uFillTx/>
                <a:latin typeface="Times New Roman psmt"/>
                <a:ea typeface="TimesNewRomanPSMT"/>
              </a:rPr>
              <a:t>Existem muitos autores e estudiosos da área de engenharia de software que entendem que o teste de caixa-cinza precisa ser mais discutido para ser aceito como uma abordagem de teste de software. Isso porque eles entendem que o teste de caixa-cinza nada mais é do que o teste de </a:t>
            </a:r>
            <a:r>
              <a:rPr lang="pt-BR" sz="2000" b="1" u="none" strike="noStrike">
                <a:solidFill>
                  <a:srgbClr val="000000"/>
                </a:solidFill>
                <a:effectLst/>
                <a:uFillTx/>
                <a:latin typeface="Times New Roman psmt"/>
                <a:ea typeface="TimesNewRomanPSMT"/>
              </a:rPr>
              <a:t>integração.</a:t>
            </a:r>
            <a:endParaRPr lang="pt-BR" sz="2000" b="0" u="none" strike="noStrike">
              <a:solidFill>
                <a:srgbClr val="000000"/>
              </a:solidFill>
              <a:effectLst/>
              <a:uFillTx/>
              <a:latin typeface="Arial"/>
            </a:endParaRPr>
          </a:p>
          <a:p>
            <a:pPr marL="864000" lvl="1" indent="-324000" algn="just">
              <a:lnSpc>
                <a:spcPct val="100000"/>
              </a:lnSpc>
              <a:spcBef>
                <a:spcPts val="1134"/>
              </a:spcBef>
              <a:buClr>
                <a:srgbClr val="000000"/>
              </a:buClr>
              <a:buSzPct val="75000"/>
              <a:buFont typeface="Symbol" charset="2"/>
              <a:buChar char=""/>
            </a:pPr>
            <a:r>
              <a:rPr lang="pt-BR" sz="2000" b="0" u="none" strike="noStrike">
                <a:solidFill>
                  <a:srgbClr val="000000"/>
                </a:solidFill>
                <a:effectLst/>
                <a:uFillTx/>
                <a:latin typeface="Times New Roman psmt"/>
                <a:ea typeface="MyriadPro-Light"/>
              </a:rPr>
              <a:t>O teste de </a:t>
            </a:r>
            <a:r>
              <a:rPr lang="pt-BR" sz="2000" b="1" u="none" strike="noStrike">
                <a:solidFill>
                  <a:srgbClr val="000000"/>
                </a:solidFill>
                <a:effectLst/>
                <a:uFillTx/>
                <a:latin typeface="Times New Roman psmt"/>
                <a:ea typeface="MyriadPro-Light"/>
              </a:rPr>
              <a:t>integração</a:t>
            </a:r>
            <a:r>
              <a:rPr lang="pt-BR" sz="2000" b="0" u="none" strike="noStrike">
                <a:solidFill>
                  <a:srgbClr val="000000"/>
                </a:solidFill>
                <a:effectLst/>
                <a:uFillTx/>
                <a:latin typeface="Times New Roman psmt"/>
                <a:ea typeface="MyriadPro-Light"/>
              </a:rPr>
              <a:t> é o tipo de teste em que as partes do software, ou os módulos, são combinadas para que sejam testadas em conjunto. A ideia é analisar se funcionam harmonicamente, como um sistema. Normalmente, esse tipo de teste é feito depois que os testes unitários, que são aqueles que testam as partes do software de maneira isolada, já foram finalizados. Como o teste de </a:t>
            </a:r>
            <a:r>
              <a:rPr lang="pt-BR" sz="2000" b="1" u="none" strike="noStrike">
                <a:solidFill>
                  <a:srgbClr val="000000"/>
                </a:solidFill>
                <a:effectLst/>
                <a:uFillTx/>
                <a:latin typeface="Times New Roman psmt"/>
                <a:ea typeface="MyriadPro-Light"/>
              </a:rPr>
              <a:t>integração</a:t>
            </a:r>
            <a:r>
              <a:rPr lang="pt-BR" sz="2000" b="0" u="none" strike="noStrike">
                <a:solidFill>
                  <a:srgbClr val="000000"/>
                </a:solidFill>
                <a:effectLst/>
                <a:uFillTx/>
                <a:latin typeface="Times New Roman psmt"/>
                <a:ea typeface="MyriadPro-Light"/>
              </a:rPr>
              <a:t> é mais amplo, seu objetivo é averiguar se os requisitos funcionais, de segurança, de confiabilidade, de desempenho e de performance, definidos no início do projeto, estão sendo respeitados.</a:t>
            </a:r>
            <a:endParaRPr lang="pt-BR" sz="2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77" dur="indefinite" restart="never" nodeType="tmRoot">
          <p:childTnLst>
            <p:seq>
              <p:cTn id="478" dur="indefinite" nodeType="mainSeq">
                <p:childTnLst>
                  <p:par>
                    <p:cTn id="479" fill="hold">
                      <p:stCondLst>
                        <p:cond delay="indefinite"/>
                      </p:stCondLst>
                      <p:childTnLst>
                        <p:par>
                          <p:cTn id="480" fill="hold">
                            <p:stCondLst>
                              <p:cond delay="0"/>
                            </p:stCondLst>
                            <p:childTnLst>
                              <p:par>
                                <p:cTn id="481" presetID="2" presetClass="entr" fill="hold" nodeType="clickEffect" presetSubtype="8">
                                  <p:stCondLst>
                                    <p:cond delay="0"/>
                                  </p:stCondLst>
                                  <p:childTnLst>
                                    <p:set>
                                      <p:cBhvr>
                                        <p:cTn id="482" dur="1" fill="hold">
                                          <p:stCondLst>
                                            <p:cond delay="0"/>
                                          </p:stCondLst>
                                        </p:cTn>
                                        <p:tgtEl>
                                          <p:spTgt spid="484">
                                            <p:txEl>
                                              <p:pRg st="0" end="0"/>
                                            </p:txEl>
                                          </p:spTgt>
                                        </p:tgtEl>
                                        <p:attrNameLst>
                                          <p:attrName>style.visibility</p:attrName>
                                        </p:attrNameLst>
                                      </p:cBhvr>
                                      <p:to>
                                        <p:strVal val="visible"/>
                                      </p:to>
                                    </p:set>
                                    <p:anim calcmode="lin" valueType="num">
                                      <p:cBhvr additive="repl">
                                        <p:cTn id="483" dur="500" fill="hold"/>
                                        <p:tgtEl>
                                          <p:spTgt spid="484">
                                            <p:txEl>
                                              <p:pRg st="0" end="0"/>
                                            </p:txEl>
                                          </p:spTgt>
                                        </p:tgtEl>
                                        <p:attrNameLst>
                                          <p:attrName>ppt_x</p:attrName>
                                        </p:attrNameLst>
                                      </p:cBhvr>
                                      <p:tavLst>
                                        <p:tav>
                                          <p:val>
                                            <p:strVal val="0-#ppt_w/2"/>
                                          </p:val>
                                        </p:tav>
                                        <p:tav tm="100000">
                                          <p:val>
                                            <p:strVal val="#ppt_x"/>
                                          </p:val>
                                        </p:tav>
                                      </p:tavLst>
                                    </p:anim>
                                    <p:anim calcmode="lin" valueType="num">
                                      <p:cBhvr additive="repl">
                                        <p:cTn id="484" dur="500" fill="hold"/>
                                        <p:tgtEl>
                                          <p:spTgt spid="484">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485" fill="hold">
                      <p:stCondLst>
                        <p:cond delay="indefinite"/>
                      </p:stCondLst>
                      <p:childTnLst>
                        <p:par>
                          <p:cTn id="486" fill="hold">
                            <p:stCondLst>
                              <p:cond delay="0"/>
                            </p:stCondLst>
                            <p:childTnLst>
                              <p:par>
                                <p:cTn id="487" presetID="1" presetClass="entr" fill="hold" nodeType="clickEffect">
                                  <p:stCondLst>
                                    <p:cond delay="0"/>
                                  </p:stCondLst>
                                  <p:childTnLst>
                                    <p:set>
                                      <p:cBhvr>
                                        <p:cTn id="488" dur="1" fill="hold">
                                          <p:stCondLst>
                                            <p:cond delay="0"/>
                                          </p:stCondLst>
                                        </p:cTn>
                                        <p:tgtEl>
                                          <p:spTgt spid="484">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86" name="PlaceHolder 2"/>
          <p:cNvSpPr>
            <a:spLocks noGrp="1"/>
          </p:cNvSpPr>
          <p:nvPr>
            <p:ph/>
          </p:nvPr>
        </p:nvSpPr>
        <p:spPr>
          <a:xfrm>
            <a:off x="504000" y="1326600"/>
            <a:ext cx="9070920" cy="4072680"/>
          </a:xfrm>
          <a:prstGeom prst="rect">
            <a:avLst/>
          </a:prstGeom>
          <a:noFill/>
          <a:ln w="12600">
            <a:noFill/>
          </a:ln>
        </p:spPr>
        <p:txBody>
          <a:bodyPr lIns="0" tIns="0" rIns="0" bIns="0" anchor="t">
            <a:normAutofit fontScale="92500" lnSpcReduction="9999"/>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Definem o teste de caixa-cinza como uma abordagem, como uma técnica de teste de software, entendem que ele é uma mistura das abordagens da caixa-branca e da caixa-preta. De qualquer maneira, essa abordagem de teste passou a ser considerada bem mais recentemente do que os testes de caixa-branca ou preta (PRESSMAN, 2011).</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Teste de caixa-cinza, o testador tem acesso a algumas partes da estrutura interna do sistema. Mesmo assim, normalmente o acesso é ao banco de dados, por meio de consultas SQL e não ao seu código-fonte propriamente dito.</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O objetivo é fazer uma análise daquelas atividades realizadas por trás das funcionalidades durante o processo de realização do teste.</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Esse tipo de teste é uma forma híbrida do teste de caixa--branca, pois neste último o acesso à estrutura interna do sistema é total, enquanto no teste de caixa-cinza o acesso é a algumas partes.</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489" dur="indefinite" restart="never" nodeType="tmRoot">
          <p:childTnLst>
            <p:seq>
              <p:cTn id="490" dur="indefinite" nodeType="mainSeq">
                <p:childTnLst>
                  <p:par>
                    <p:cTn id="491" fill="hold">
                      <p:stCondLst>
                        <p:cond delay="indefinite"/>
                      </p:stCondLst>
                      <p:childTnLst>
                        <p:par>
                          <p:cTn id="492" fill="hold">
                            <p:stCondLst>
                              <p:cond delay="0"/>
                            </p:stCondLst>
                            <p:childTnLst>
                              <p:par>
                                <p:cTn id="493" presetID="1" presetClass="entr" fill="hold" nodeType="clickEffect">
                                  <p:stCondLst>
                                    <p:cond delay="0"/>
                                  </p:stCondLst>
                                  <p:childTnLst>
                                    <p:set>
                                      <p:cBhvr>
                                        <p:cTn id="494" dur="1" fill="hold">
                                          <p:stCondLst>
                                            <p:cond delay="0"/>
                                          </p:stCondLst>
                                        </p:cTn>
                                        <p:tgtEl>
                                          <p:spTgt spid="486">
                                            <p:txEl>
                                              <p:pRg st="0" end="0"/>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fill="hold" nodeType="clickEffect">
                                  <p:stCondLst>
                                    <p:cond delay="0"/>
                                  </p:stCondLst>
                                  <p:childTnLst>
                                    <p:set>
                                      <p:cBhvr>
                                        <p:cTn id="498" dur="1" fill="hold">
                                          <p:stCondLst>
                                            <p:cond delay="0"/>
                                          </p:stCondLst>
                                        </p:cTn>
                                        <p:tgtEl>
                                          <p:spTgt spid="486">
                                            <p:txEl>
                                              <p:pRg st="1" end="1"/>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fill="hold" nodeType="clickEffect">
                                  <p:stCondLst>
                                    <p:cond delay="0"/>
                                  </p:stCondLst>
                                  <p:childTnLst>
                                    <p:set>
                                      <p:cBhvr>
                                        <p:cTn id="502" dur="1" fill="hold">
                                          <p:stCondLst>
                                            <p:cond delay="0"/>
                                          </p:stCondLst>
                                        </p:cTn>
                                        <p:tgtEl>
                                          <p:spTgt spid="486">
                                            <p:txEl>
                                              <p:pRg st="2" end="2"/>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fill="hold" nodeType="clickEffect">
                                  <p:stCondLst>
                                    <p:cond delay="0"/>
                                  </p:stCondLst>
                                  <p:childTnLst>
                                    <p:set>
                                      <p:cBhvr>
                                        <p:cTn id="506" dur="1" fill="hold">
                                          <p:stCondLst>
                                            <p:cond delay="0"/>
                                          </p:stCondLst>
                                        </p:cTn>
                                        <p:tgtEl>
                                          <p:spTgt spid="486">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88" name="PlaceHolder 2"/>
          <p:cNvSpPr>
            <a:spLocks noGrp="1"/>
          </p:cNvSpPr>
          <p:nvPr>
            <p:ph/>
          </p:nvPr>
        </p:nvSpPr>
        <p:spPr>
          <a:xfrm>
            <a:off x="504000" y="1440000"/>
            <a:ext cx="9070920" cy="4072320"/>
          </a:xfrm>
          <a:prstGeom prst="rect">
            <a:avLst/>
          </a:prstGeom>
          <a:noFill/>
          <a:ln w="12600">
            <a:noFill/>
          </a:ln>
        </p:spPr>
        <p:txBody>
          <a:bodyPr lIns="0" tIns="0" rIns="0" bIns="0" anchor="t">
            <a:normAutofit/>
          </a:bodyPr>
          <a:p>
            <a:pPr marL="432000" indent="-324000" algn="l">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Na Figura 1, a seguir, você pode ver como os três testes se relacionam. </a:t>
            </a:r>
            <a:endParaRPr lang="pt-BR" sz="2200" b="0" u="none" strike="noStrike">
              <a:solidFill>
                <a:srgbClr val="000000"/>
              </a:solidFill>
              <a:effectLst/>
              <a:uFillTx/>
              <a:latin typeface="Arial"/>
            </a:endParaRPr>
          </a:p>
          <a:p>
            <a:pPr indent="0" algn="l">
              <a:lnSpc>
                <a:spcPct val="100000"/>
              </a:lnSpc>
              <a:spcBef>
                <a:spcPts val="1417"/>
              </a:spcBef>
              <a:buNone/>
              <a:tabLst>
                <a:tab pos="0" algn="l"/>
              </a:tabLst>
            </a:pPr>
            <a:endParaRPr lang="pt-BR" sz="2200" b="0" u="none" strike="noStrike">
              <a:solidFill>
                <a:srgbClr val="000000"/>
              </a:solidFill>
              <a:effectLst/>
              <a:uFillTx/>
              <a:latin typeface="Arial"/>
            </a:endParaRPr>
          </a:p>
          <a:p>
            <a:pPr indent="0" algn="l">
              <a:lnSpc>
                <a:spcPct val="100000"/>
              </a:lnSpc>
              <a:spcBef>
                <a:spcPts val="1417"/>
              </a:spcBef>
              <a:buNone/>
              <a:tabLst>
                <a:tab pos="0" algn="l"/>
              </a:tabLst>
            </a:pPr>
            <a:endParaRPr lang="pt-BR" sz="2200" b="0" u="none" strike="noStrike">
              <a:solidFill>
                <a:srgbClr val="000000"/>
              </a:solidFill>
              <a:effectLst/>
              <a:uFillTx/>
              <a:latin typeface="Arial"/>
            </a:endParaRPr>
          </a:p>
          <a:p>
            <a:pPr indent="0" algn="l">
              <a:lnSpc>
                <a:spcPct val="100000"/>
              </a:lnSpc>
              <a:spcBef>
                <a:spcPts val="1417"/>
              </a:spcBef>
              <a:buNone/>
              <a:tabLst>
                <a:tab pos="0" algn="l"/>
              </a:tabLst>
            </a:pPr>
            <a:endParaRPr lang="pt-BR" sz="2200" b="0" u="none" strike="noStrike">
              <a:solidFill>
                <a:srgbClr val="000000"/>
              </a:solidFill>
              <a:effectLst/>
              <a:uFillTx/>
              <a:latin typeface="Arial"/>
            </a:endParaRPr>
          </a:p>
          <a:p>
            <a:pPr indent="0" algn="l">
              <a:lnSpc>
                <a:spcPct val="100000"/>
              </a:lnSpc>
              <a:spcBef>
                <a:spcPts val="1417"/>
              </a:spcBef>
              <a:buNone/>
              <a:tabLst>
                <a:tab pos="0" algn="l"/>
              </a:tabLst>
            </a:pPr>
            <a:endParaRPr lang="pt-BR" sz="2200" b="0" u="none" strike="noStrike">
              <a:solidFill>
                <a:srgbClr val="000000"/>
              </a:solidFill>
              <a:effectLst/>
              <a:uFillTx/>
              <a:latin typeface="Arial"/>
            </a:endParaRPr>
          </a:p>
          <a:p>
            <a:pPr indent="0" algn="l">
              <a:lnSpc>
                <a:spcPct val="100000"/>
              </a:lnSpc>
              <a:spcBef>
                <a:spcPts val="1417"/>
              </a:spcBef>
              <a:buNone/>
              <a:tabLst>
                <a:tab pos="0" algn="l"/>
              </a:tabLst>
            </a:pP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tabLst>
                <a:tab pos="0" algn="l"/>
              </a:tabLst>
            </a:pPr>
            <a:r>
              <a:rPr lang="pt-BR" sz="2200" b="0" u="none" strike="noStrike">
                <a:solidFill>
                  <a:srgbClr val="000000"/>
                </a:solidFill>
                <a:effectLst/>
                <a:uFillTx/>
                <a:latin typeface="TimesNewRomanPSMT"/>
                <a:ea typeface="TimesNewRomanPSMT"/>
              </a:rPr>
              <a:t>teste de caixa-cinza envolveum equilíbrio entre os testes de caixa-branca e preta.</a:t>
            </a:r>
            <a:endParaRPr lang="pt-BR" sz="2200" b="0" u="none" strike="noStrike">
              <a:solidFill>
                <a:srgbClr val="000000"/>
              </a:solidFill>
              <a:effectLst/>
              <a:uFillTx/>
              <a:latin typeface="Arial"/>
            </a:endParaRPr>
          </a:p>
        </p:txBody>
      </p:sp>
      <p:pic>
        <p:nvPicPr>
          <p:cNvPr id="489" name=""/>
          <p:cNvPicPr/>
          <p:nvPr/>
        </p:nvPicPr>
        <p:blipFill>
          <a:blip r:embed="rId1"/>
          <a:stretch/>
        </p:blipFill>
        <p:spPr>
          <a:xfrm>
            <a:off x="2467800" y="1800000"/>
            <a:ext cx="5091120" cy="2338920"/>
          </a:xfrm>
          <a:prstGeom prst="rect">
            <a:avLst/>
          </a:prstGeom>
          <a:noFill/>
          <a:ln w="0">
            <a:noFill/>
          </a:ln>
        </p:spPr>
      </p:pic>
    </p:spTree>
  </p:cSld>
  <mc:AlternateContent>
    <mc:Choice Requires="p14">
      <p:transition spd="slow" p14:dur="3000"/>
    </mc:Choice>
    <mc:Fallback>
      <p:transition spd="slow"/>
    </mc:Fallback>
  </mc:AlternateContent>
  <p:timing>
    <p:tnLst>
      <p:par>
        <p:cTn id="507" dur="indefinite" restart="never" nodeType="tmRoot">
          <p:childTnLst>
            <p:seq>
              <p:cTn id="508" dur="indefinite" nodeType="mainSeq">
                <p:childTnLst>
                  <p:par>
                    <p:cTn id="509" fill="hold">
                      <p:stCondLst>
                        <p:cond delay="indefinite"/>
                      </p:stCondLst>
                      <p:childTnLst>
                        <p:par>
                          <p:cTn id="510" fill="hold">
                            <p:stCondLst>
                              <p:cond delay="0"/>
                            </p:stCondLst>
                            <p:childTnLst>
                              <p:par>
                                <p:cTn id="511" presetID="3" presetClass="entr" fill="hold" nodeType="clickEffect" presetSubtype="10">
                                  <p:stCondLst>
                                    <p:cond delay="0"/>
                                  </p:stCondLst>
                                  <p:childTnLst>
                                    <p:set>
                                      <p:cBhvr>
                                        <p:cTn id="512" dur="1" fill="hold">
                                          <p:stCondLst>
                                            <p:cond delay="0"/>
                                          </p:stCondLst>
                                        </p:cTn>
                                        <p:tgtEl>
                                          <p:spTgt spid="488">
                                            <p:txEl>
                                              <p:pRg st="0" end="0"/>
                                            </p:txEl>
                                          </p:spTgt>
                                        </p:tgtEl>
                                        <p:attrNameLst>
                                          <p:attrName>style.visibility</p:attrName>
                                        </p:attrNameLst>
                                      </p:cBhvr>
                                      <p:to>
                                        <p:strVal val="visible"/>
                                      </p:to>
                                    </p:set>
                                    <p:animEffect transition="in" filter="blinds(horizontal)">
                                      <p:cBhvr additive="repl">
                                        <p:cTn id="513" dur="500"/>
                                        <p:tgtEl>
                                          <p:spTgt spid="488">
                                            <p:txEl>
                                              <p:pRg st="0" end="0"/>
                                            </p:txEl>
                                          </p:spTgt>
                                        </p:tgtEl>
                                      </p:cBhvr>
                                    </p:animEffect>
                                  </p:childTnLst>
                                </p:cTn>
                              </p:par>
                            </p:childTnLst>
                          </p:cTn>
                        </p:par>
                      </p:childTnLst>
                    </p:cTn>
                  </p:par>
                  <p:par>
                    <p:cTn id="514" fill="hold">
                      <p:stCondLst>
                        <p:cond delay="indefinite"/>
                      </p:stCondLst>
                      <p:childTnLst>
                        <p:par>
                          <p:cTn id="515" fill="hold">
                            <p:stCondLst>
                              <p:cond delay="0"/>
                            </p:stCondLst>
                            <p:childTnLst>
                              <p:par>
                                <p:cTn id="516" presetID="1" presetClass="entr" fill="hold" nodeType="clickEffect">
                                  <p:stCondLst>
                                    <p:cond delay="0"/>
                                  </p:stCondLst>
                                  <p:childTnLst>
                                    <p:set>
                                      <p:cBhvr>
                                        <p:cTn id="517" dur="1" fill="hold">
                                          <p:stCondLst>
                                            <p:cond delay="0"/>
                                          </p:stCondLst>
                                        </p:cTn>
                                        <p:tgtEl>
                                          <p:spTgt spid="489"/>
                                        </p:tgtEl>
                                        <p:attrNameLst>
                                          <p:attrName>style.visibility</p:attrName>
                                        </p:attrNameLst>
                                      </p:cBhvr>
                                      <p:to>
                                        <p:strVal val="visible"/>
                                      </p:to>
                                    </p:set>
                                  </p:childTnLst>
                                </p:cTn>
                              </p:par>
                            </p:childTnLst>
                          </p:cTn>
                        </p:par>
                      </p:childTnLst>
                    </p:cTn>
                  </p:par>
                  <p:par>
                    <p:cTn id="518" fill="hold">
                      <p:stCondLst>
                        <p:cond delay="indefinite"/>
                      </p:stCondLst>
                      <p:childTnLst>
                        <p:par>
                          <p:cTn id="519" fill="hold">
                            <p:stCondLst>
                              <p:cond delay="0"/>
                            </p:stCondLst>
                            <p:childTnLst>
                              <p:par>
                                <p:cTn id="520" presetID="1" presetClass="entr" fill="hold" nodeType="clickEffect">
                                  <p:stCondLst>
                                    <p:cond delay="0"/>
                                  </p:stCondLst>
                                  <p:childTnLst>
                                    <p:set>
                                      <p:cBhvr>
                                        <p:cTn id="521" dur="1" fill="hold">
                                          <p:stCondLst>
                                            <p:cond delay="0"/>
                                          </p:stCondLst>
                                        </p:cTn>
                                        <p:tgtEl>
                                          <p:spTgt spid="48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91" name="PlaceHolder 2"/>
          <p:cNvSpPr>
            <a:spLocks noGrp="1"/>
          </p:cNvSpPr>
          <p:nvPr>
            <p:ph/>
          </p:nvPr>
        </p:nvSpPr>
        <p:spPr>
          <a:xfrm>
            <a:off x="504000" y="1326600"/>
            <a:ext cx="9070920" cy="328752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400" b="0" u="none" strike="noStrike">
                <a:solidFill>
                  <a:srgbClr val="000000"/>
                </a:solidFill>
                <a:effectLst/>
                <a:uFillTx/>
                <a:latin typeface="TimesNewRomanPSMT"/>
                <a:ea typeface="TimesNewRomanPSMT"/>
              </a:rPr>
              <a:t>Não há necessidade de o testador ter um conhecimento tão específico acerca do código-fonte, mas ele também não precisa conhecer de maneira tão profunda os requisitos do software.</a:t>
            </a:r>
            <a:endParaRPr lang="pt-BR" sz="24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400" b="0" u="none" strike="noStrike">
                <a:solidFill>
                  <a:srgbClr val="000000"/>
                </a:solidFill>
                <a:effectLst/>
                <a:uFillTx/>
                <a:latin typeface="TimesNewRomanPSMT"/>
                <a:ea typeface="TimesNewRomanPSMT"/>
              </a:rPr>
              <a:t>Lembre-se de que um software que processa dados de maneira incorreta produz erros no resultado das operações. Dessa forma, os tipos de problemas mais comuns identificados com o teste de caixa-cinza são os listados a seguir (PRESSMAN, 2011).</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522" dur="indefinite" restart="never" nodeType="tmRoot">
          <p:childTnLst>
            <p:seq>
              <p:cTn id="523" dur="indefinite" nodeType="mainSeq">
                <p:childTnLst>
                  <p:par>
                    <p:cTn id="524" fill="hold">
                      <p:stCondLst>
                        <p:cond delay="indefinite"/>
                      </p:stCondLst>
                      <p:childTnLst>
                        <p:par>
                          <p:cTn id="525" fill="hold">
                            <p:stCondLst>
                              <p:cond delay="0"/>
                            </p:stCondLst>
                            <p:childTnLst>
                              <p:par>
                                <p:cTn id="526" presetID="1" presetClass="entr" fill="hold" nodeType="clickEffect">
                                  <p:stCondLst>
                                    <p:cond delay="0"/>
                                  </p:stCondLst>
                                  <p:childTnLst>
                                    <p:set>
                                      <p:cBhvr>
                                        <p:cTn id="527" dur="1" fill="hold">
                                          <p:stCondLst>
                                            <p:cond delay="0"/>
                                          </p:stCondLst>
                                        </p:cTn>
                                        <p:tgtEl>
                                          <p:spTgt spid="491">
                                            <p:txEl>
                                              <p:pRg st="0" end="0"/>
                                            </p:txEl>
                                          </p:spTgt>
                                        </p:tgtEl>
                                        <p:attrNameLst>
                                          <p:attrName>style.visibility</p:attrName>
                                        </p:attrNameLst>
                                      </p:cBhvr>
                                      <p:to>
                                        <p:strVal val="visible"/>
                                      </p:to>
                                    </p:set>
                                  </p:childTnLst>
                                </p:cTn>
                              </p:par>
                            </p:childTnLst>
                          </p:cTn>
                        </p:par>
                      </p:childTnLst>
                    </p:cTn>
                  </p:par>
                  <p:par>
                    <p:cTn id="528" fill="hold">
                      <p:stCondLst>
                        <p:cond delay="indefinite"/>
                      </p:stCondLst>
                      <p:childTnLst>
                        <p:par>
                          <p:cTn id="529" fill="hold">
                            <p:stCondLst>
                              <p:cond delay="0"/>
                            </p:stCondLst>
                            <p:childTnLst>
                              <p:par>
                                <p:cTn id="530" presetID="1" presetClass="entr" fill="hold" nodeType="clickEffect">
                                  <p:stCondLst>
                                    <p:cond delay="0"/>
                                  </p:stCondLst>
                                  <p:childTnLst>
                                    <p:set>
                                      <p:cBhvr>
                                        <p:cTn id="531" dur="1" fill="hold">
                                          <p:stCondLst>
                                            <p:cond delay="0"/>
                                          </p:stCondLst>
                                        </p:cTn>
                                        <p:tgtEl>
                                          <p:spTgt spid="491">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93" name="PlaceHolder 2"/>
          <p:cNvSpPr>
            <a:spLocks noGrp="1"/>
          </p:cNvSpPr>
          <p:nvPr>
            <p:ph/>
          </p:nvPr>
        </p:nvSpPr>
        <p:spPr>
          <a:xfrm>
            <a:off x="504000" y="1326600"/>
            <a:ext cx="9070920" cy="407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A parte que está sendo testada do software encontra uma falha de qualquer tipo e isso faz com que a operação do sistema como um todo seja paralisada. Nesse caso, seria necessário que a interface do sistema indicasse que um problema ocorreu, informando o que precisaria ser feito para que a operação seguisse normalmente, com o problema solucionado.</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O fluxo dos testes é realizado com sucesso, ou seja, não existem paradas de operação nem saídas inesperadas do sistema. Entretanto, os resultados obtidos como saídas depois de inseridas as entradas no sistema não correspondem ao que era esperado, ou até mesmo o resultado de cálculos aparece de maneira incorreta.</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532" dur="indefinite" restart="never" nodeType="tmRoot">
          <p:childTnLst>
            <p:seq>
              <p:cTn id="533" dur="indefinite" nodeType="mainSeq">
                <p:childTnLst>
                  <p:par>
                    <p:cTn id="534" fill="hold">
                      <p:stCondLst>
                        <p:cond delay="indefinite"/>
                      </p:stCondLst>
                      <p:childTnLst>
                        <p:par>
                          <p:cTn id="535" fill="hold">
                            <p:stCondLst>
                              <p:cond delay="0"/>
                            </p:stCondLst>
                            <p:childTnLst>
                              <p:par>
                                <p:cTn id="536" presetID="1" presetClass="entr" fill="hold" nodeType="clickEffect">
                                  <p:stCondLst>
                                    <p:cond delay="0"/>
                                  </p:stCondLst>
                                  <p:childTnLst>
                                    <p:set>
                                      <p:cBhvr>
                                        <p:cTn id="537" dur="1" fill="hold">
                                          <p:stCondLst>
                                            <p:cond delay="0"/>
                                          </p:stCondLst>
                                        </p:cTn>
                                        <p:tgtEl>
                                          <p:spTgt spid="493">
                                            <p:txEl>
                                              <p:pRg st="0" end="0"/>
                                            </p:txEl>
                                          </p:spTgt>
                                        </p:tgtEl>
                                        <p:attrNameLst>
                                          <p:attrName>style.visibility</p:attrName>
                                        </p:attrNameLst>
                                      </p:cBhvr>
                                      <p:to>
                                        <p:strVal val="visible"/>
                                      </p:to>
                                    </p:set>
                                  </p:childTnLst>
                                </p:cTn>
                              </p:par>
                            </p:childTnLst>
                          </p:cTn>
                        </p:par>
                      </p:childTnLst>
                    </p:cTn>
                  </p:par>
                  <p:par>
                    <p:cTn id="538" fill="hold">
                      <p:stCondLst>
                        <p:cond delay="indefinite"/>
                      </p:stCondLst>
                      <p:childTnLst>
                        <p:par>
                          <p:cTn id="539" fill="hold">
                            <p:stCondLst>
                              <p:cond delay="0"/>
                            </p:stCondLst>
                            <p:childTnLst>
                              <p:par>
                                <p:cTn id="540" presetID="1" presetClass="entr" fill="hold" nodeType="clickEffect">
                                  <p:stCondLst>
                                    <p:cond delay="0"/>
                                  </p:stCondLst>
                                  <p:childTnLst>
                                    <p:set>
                                      <p:cBhvr>
                                        <p:cTn id="541" dur="1" fill="hold">
                                          <p:stCondLst>
                                            <p:cond delay="0"/>
                                          </p:stCondLst>
                                        </p:cTn>
                                        <p:tgtEl>
                                          <p:spTgt spid="493">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360000" y="224640"/>
            <a:ext cx="9358920" cy="720000"/>
          </a:xfrm>
          <a:prstGeom prst="rect">
            <a:avLst/>
          </a:prstGeom>
          <a:noFill/>
          <a:ln w="12600">
            <a:noFill/>
          </a:ln>
        </p:spPr>
        <p:txBody>
          <a:bodyPr lIns="0" tIns="0" rIns="0" bIns="0" anchor="ctr">
            <a:spAutoFit/>
          </a:bodyPr>
          <a:p>
            <a:pPr indent="0" algn="ctr">
              <a:lnSpc>
                <a:spcPct val="100000"/>
              </a:lnSpc>
              <a:buNone/>
              <a:tabLst>
                <a:tab pos="0" algn="l"/>
              </a:tabLst>
            </a:pPr>
            <a:r>
              <a:rPr lang="pt-BR" sz="3200" b="0" u="none" strike="noStrike">
                <a:solidFill>
                  <a:srgbClr val="FFFFFF"/>
                </a:solidFill>
                <a:effectLst/>
                <a:uFillTx/>
                <a:latin typeface="MyriadPro-Black"/>
                <a:ea typeface="MyriadPro-Black"/>
              </a:rPr>
              <a:t>Teste de Caixa-Cinza</a:t>
            </a:r>
            <a:endParaRPr lang="pt-BR" sz="3200" b="0" u="none" strike="noStrike">
              <a:solidFill>
                <a:srgbClr val="000000"/>
              </a:solidFill>
              <a:effectLst/>
              <a:uFillTx/>
              <a:latin typeface="Arial"/>
            </a:endParaRPr>
          </a:p>
        </p:txBody>
      </p:sp>
      <p:sp>
        <p:nvSpPr>
          <p:cNvPr id="495" name="PlaceHolder 2"/>
          <p:cNvSpPr>
            <a:spLocks noGrp="1"/>
          </p:cNvSpPr>
          <p:nvPr>
            <p:ph/>
          </p:nvPr>
        </p:nvSpPr>
        <p:spPr>
          <a:xfrm>
            <a:off x="504000" y="1326600"/>
            <a:ext cx="9070920" cy="3892680"/>
          </a:xfrm>
          <a:prstGeom prst="rect">
            <a:avLst/>
          </a:prstGeom>
          <a:noFill/>
          <a:ln w="12600">
            <a:noFill/>
          </a:ln>
        </p:spPr>
        <p:txBody>
          <a:bodyPr lIns="0" tIns="0" rIns="0" bIns="0" anchor="t">
            <a:normAutofit/>
          </a:bodyPr>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É para evitar a identificação desses tipos de inconsistências que os comandos SQL auxiliam o testador. As consultas ao banco de dados servem para confirmar se determinadas entradas inseridas no sistema produzem saídas corretas, da maneira como foram escritas no código.</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Não é necessário que o testador conheça o código-fonte do software, e é bem provável que essa característica nem seja apropriada.</a:t>
            </a:r>
            <a:endParaRPr lang="pt-BR" sz="2200" b="0" u="none" strike="noStrike">
              <a:solidFill>
                <a:srgbClr val="000000"/>
              </a:solidFill>
              <a:effectLst/>
              <a:uFillTx/>
              <a:latin typeface="Arial"/>
            </a:endParaRPr>
          </a:p>
          <a:p>
            <a:pPr marL="432000" indent="-324000" algn="just">
              <a:lnSpc>
                <a:spcPct val="100000"/>
              </a:lnSpc>
              <a:spcBef>
                <a:spcPts val="1417"/>
              </a:spcBef>
              <a:buClr>
                <a:srgbClr val="000000"/>
              </a:buClr>
              <a:buSzPct val="45000"/>
              <a:buFont typeface="OpenSymbol"/>
              <a:buChar char="►"/>
            </a:pPr>
            <a:r>
              <a:rPr lang="pt-BR" sz="2200" b="0" u="none" strike="noStrike">
                <a:solidFill>
                  <a:srgbClr val="000000"/>
                </a:solidFill>
                <a:effectLst/>
                <a:uFillTx/>
                <a:latin typeface="TimesNewRomanPSMT"/>
                <a:ea typeface="TimesNewRomanPSMT"/>
              </a:rPr>
              <a:t>O testador não precisa ter acesso nem conhecimento ao código-fonte do software. Contudo, precisa ter conhecimento acerca dos algoritmos que foram implementados e acerca de quando a sua chamada é feita.</a:t>
            </a:r>
            <a:endParaRPr lang="pt-BR" sz="2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542" dur="indefinite" restart="never" nodeType="tmRoot">
          <p:childTnLst>
            <p:seq>
              <p:cTn id="543" dur="indefinite" nodeType="mainSeq">
                <p:childTnLst>
                  <p:par>
                    <p:cTn id="544" fill="hold">
                      <p:stCondLst>
                        <p:cond delay="indefinite"/>
                      </p:stCondLst>
                      <p:childTnLst>
                        <p:par>
                          <p:cTn id="545" fill="hold">
                            <p:stCondLst>
                              <p:cond delay="0"/>
                            </p:stCondLst>
                            <p:childTnLst>
                              <p:par>
                                <p:cTn id="546" presetID="1" presetClass="entr" fill="hold" nodeType="clickEffect">
                                  <p:stCondLst>
                                    <p:cond delay="0"/>
                                  </p:stCondLst>
                                  <p:childTnLst>
                                    <p:set>
                                      <p:cBhvr>
                                        <p:cTn id="547" dur="1" fill="hold">
                                          <p:stCondLst>
                                            <p:cond delay="0"/>
                                          </p:stCondLst>
                                        </p:cTn>
                                        <p:tgtEl>
                                          <p:spTgt spid="495">
                                            <p:txEl>
                                              <p:pRg st="0" end="0"/>
                                            </p:txEl>
                                          </p:spTgt>
                                        </p:tgtEl>
                                        <p:attrNameLst>
                                          <p:attrName>style.visibility</p:attrName>
                                        </p:attrNameLst>
                                      </p:cBhvr>
                                      <p:to>
                                        <p:strVal val="visible"/>
                                      </p:to>
                                    </p:set>
                                  </p:childTnLst>
                                </p:cTn>
                              </p:par>
                            </p:childTnLst>
                          </p:cTn>
                        </p:par>
                      </p:childTnLst>
                    </p:cTn>
                  </p:par>
                  <p:par>
                    <p:cTn id="548" fill="hold">
                      <p:stCondLst>
                        <p:cond delay="indefinite"/>
                      </p:stCondLst>
                      <p:childTnLst>
                        <p:par>
                          <p:cTn id="549" fill="hold">
                            <p:stCondLst>
                              <p:cond delay="0"/>
                            </p:stCondLst>
                            <p:childTnLst>
                              <p:par>
                                <p:cTn id="550" presetID="1" presetClass="entr" fill="hold" nodeType="clickEffect">
                                  <p:stCondLst>
                                    <p:cond delay="0"/>
                                  </p:stCondLst>
                                  <p:childTnLst>
                                    <p:set>
                                      <p:cBhvr>
                                        <p:cTn id="551" dur="1" fill="hold">
                                          <p:stCondLst>
                                            <p:cond delay="0"/>
                                          </p:stCondLst>
                                        </p:cTn>
                                        <p:tgtEl>
                                          <p:spTgt spid="495">
                                            <p:txEl>
                                              <p:pRg st="1" end="1"/>
                                            </p:txEl>
                                          </p:spTgt>
                                        </p:tgtEl>
                                        <p:attrNameLst>
                                          <p:attrName>style.visibility</p:attrName>
                                        </p:attrNameLst>
                                      </p:cBhvr>
                                      <p:to>
                                        <p:strVal val="visible"/>
                                      </p:to>
                                    </p:set>
                                  </p:childTnLst>
                                </p:cTn>
                              </p:par>
                            </p:childTnLst>
                          </p:cTn>
                        </p:par>
                      </p:childTnLst>
                    </p:cTn>
                  </p:par>
                  <p:par>
                    <p:cTn id="552" fill="hold">
                      <p:stCondLst>
                        <p:cond delay="indefinite"/>
                      </p:stCondLst>
                      <p:childTnLst>
                        <p:par>
                          <p:cTn id="553" fill="hold">
                            <p:stCondLst>
                              <p:cond delay="0"/>
                            </p:stCondLst>
                            <p:childTnLst>
                              <p:par>
                                <p:cTn id="554" presetID="1" presetClass="entr" fill="hold" nodeType="clickEffect">
                                  <p:stCondLst>
                                    <p:cond delay="0"/>
                                  </p:stCondLst>
                                  <p:childTnLst>
                                    <p:set>
                                      <p:cBhvr>
                                        <p:cTn id="555" dur="1" fill="hold">
                                          <p:stCondLst>
                                            <p:cond delay="0"/>
                                          </p:stCondLst>
                                        </p:cTn>
                                        <p:tgtEl>
                                          <p:spTgt spid="49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DECD4930-8B81-4F35-A269-46A9CA3A35EA}" type="slidenum">
              <a:rPr lang="pt-BR" sz="1800" b="1" u="none" strike="noStrike">
                <a:solidFill>
                  <a:srgbClr val="FFFFFF"/>
                </a:solidFill>
                <a:effectLst/>
                <a:uFillTx/>
                <a:latin typeface="Noto Sans"/>
                <a:ea typeface="Noto Sans CJK JP:palt"/>
              </a:rPr>
              <a:t>38</a:t>
            </a:fld>
            <a:endParaRPr lang="pt-BR" sz="1800" b="0" u="none" strike="noStrike">
              <a:solidFill>
                <a:srgbClr val="000000"/>
              </a:solidFill>
              <a:effectLst/>
              <a:uFillTx/>
              <a:latin typeface="Arial"/>
            </a:endParaRPr>
          </a:p>
        </p:txBody>
      </p:sp>
      <p:sp>
        <p:nvSpPr>
          <p:cNvPr id="497"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spcBef>
                <a:spcPts val="1191"/>
              </a:spcBef>
              <a:spcAft>
                <a:spcPts val="989"/>
              </a:spcAft>
              <a:buNone/>
              <a:tabLst>
                <a:tab pos="0" algn="l"/>
              </a:tabLst>
            </a:pPr>
            <a:r>
              <a:rPr lang="pt-BR" sz="3600" b="1" u="none" strike="noStrike">
                <a:solidFill>
                  <a:srgbClr val="FFFFFF"/>
                </a:solidFill>
                <a:effectLst/>
                <a:uFillTx/>
                <a:latin typeface="Noto Sans"/>
              </a:rPr>
              <a:t>Na prática</a:t>
            </a:r>
            <a:br>
              <a:rPr sz="3600"/>
            </a:br>
            <a:endParaRPr lang="pt-BR" sz="3600" b="0" u="none" strike="noStrike">
              <a:solidFill>
                <a:srgbClr val="000000"/>
              </a:solidFill>
              <a:effectLst/>
              <a:uFillTx/>
              <a:latin typeface="Arial"/>
            </a:endParaRPr>
          </a:p>
        </p:txBody>
      </p:sp>
      <p:pic>
        <p:nvPicPr>
          <p:cNvPr id="498" name=""/>
          <p:cNvPicPr/>
          <p:nvPr/>
        </p:nvPicPr>
        <p:blipFill>
          <a:blip r:embed="rId1"/>
          <a:stretch/>
        </p:blipFill>
        <p:spPr>
          <a:xfrm>
            <a:off x="510840" y="1620000"/>
            <a:ext cx="3881880" cy="3239280"/>
          </a:xfrm>
          <a:prstGeom prst="rect">
            <a:avLst/>
          </a:prstGeom>
          <a:noFill/>
          <a:ln w="12600">
            <a:noFill/>
          </a:ln>
        </p:spPr>
      </p:pic>
      <p:pic>
        <p:nvPicPr>
          <p:cNvPr id="499" name=""/>
          <p:cNvPicPr/>
          <p:nvPr/>
        </p:nvPicPr>
        <p:blipFill>
          <a:blip r:embed="rId2"/>
          <a:stretch/>
        </p:blipFill>
        <p:spPr>
          <a:xfrm>
            <a:off x="5351040" y="1620000"/>
            <a:ext cx="4111560" cy="3239280"/>
          </a:xfrm>
          <a:prstGeom prst="rect">
            <a:avLst/>
          </a:prstGeom>
          <a:noFill/>
          <a:ln w="12600">
            <a:noFill/>
          </a:ln>
        </p:spPr>
      </p:pic>
      <p:sp>
        <p:nvSpPr>
          <p:cNvPr id="500" name="Forma Livre: Forma 4"/>
          <p:cNvSpPr/>
          <p:nvPr/>
        </p:nvSpPr>
        <p:spPr>
          <a:xfrm>
            <a:off x="4548240" y="2880000"/>
            <a:ext cx="671040" cy="539280"/>
          </a:xfrm>
          <a:custGeom>
            <a:avLst/>
            <a:gdLst>
              <a:gd name="textAreaLeft" fmla="*/ 0 w 671040"/>
              <a:gd name="textAreaRight" fmla="*/ 588600 w 671040"/>
              <a:gd name="textAreaTop" fmla="*/ 135000 h 539280"/>
              <a:gd name="textAreaBottom" fmla="*/ 405360 h 53928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729FC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556" dur="indefinite" restart="never" nodeType="tmRoot">
          <p:childTnLst>
            <p:seq>
              <p:cTn id="557" dur="indefinite" nodeType="mainSeq">
                <p:childTnLst>
                  <p:par>
                    <p:cTn id="558" fill="hold">
                      <p:stCondLst>
                        <p:cond delay="indefinite"/>
                      </p:stCondLst>
                      <p:childTnLst>
                        <p:par>
                          <p:cTn id="559" fill="hold">
                            <p:stCondLst>
                              <p:cond delay="0"/>
                            </p:stCondLst>
                            <p:childTnLst>
                              <p:par>
                                <p:cTn id="560" presetID="5" presetClass="entr" fill="hold" nodeType="clickEffect" presetSubtype="10">
                                  <p:stCondLst>
                                    <p:cond delay="0"/>
                                  </p:stCondLst>
                                  <p:childTnLst>
                                    <p:set>
                                      <p:cBhvr>
                                        <p:cTn id="561" dur="1" fill="hold">
                                          <p:stCondLst>
                                            <p:cond delay="0"/>
                                          </p:stCondLst>
                                        </p:cTn>
                                        <p:tgtEl>
                                          <p:spTgt spid="498"/>
                                        </p:tgtEl>
                                        <p:attrNameLst>
                                          <p:attrName>style.visibility</p:attrName>
                                        </p:attrNameLst>
                                      </p:cBhvr>
                                      <p:to>
                                        <p:strVal val="visible"/>
                                      </p:to>
                                    </p:set>
                                    <p:animEffect transition="in" filter="checkerboard(across)">
                                      <p:cBhvr additive="repl">
                                        <p:cTn id="562" dur="500"/>
                                        <p:tgtEl>
                                          <p:spTgt spid="498"/>
                                        </p:tgtEl>
                                      </p:cBhvr>
                                    </p:animEffect>
                                  </p:childTnLst>
                                </p:cTn>
                              </p:par>
                            </p:childTnLst>
                          </p:cTn>
                        </p:par>
                      </p:childTnLst>
                    </p:cTn>
                  </p:par>
                  <p:par>
                    <p:cTn id="563" fill="hold">
                      <p:stCondLst>
                        <p:cond delay="indefinite"/>
                      </p:stCondLst>
                      <p:childTnLst>
                        <p:par>
                          <p:cTn id="564" fill="hold">
                            <p:stCondLst>
                              <p:cond delay="0"/>
                            </p:stCondLst>
                            <p:childTnLst>
                              <p:par>
                                <p:cTn id="565" presetID="2" presetClass="entr" fill="hold" nodeType="clickEffect" presetSubtype="8">
                                  <p:stCondLst>
                                    <p:cond delay="0"/>
                                  </p:stCondLst>
                                  <p:childTnLst>
                                    <p:set>
                                      <p:cBhvr>
                                        <p:cTn id="566" dur="1" fill="hold">
                                          <p:stCondLst>
                                            <p:cond delay="0"/>
                                          </p:stCondLst>
                                        </p:cTn>
                                        <p:tgtEl>
                                          <p:spTgt spid="500"/>
                                        </p:tgtEl>
                                        <p:attrNameLst>
                                          <p:attrName>style.visibility</p:attrName>
                                        </p:attrNameLst>
                                      </p:cBhvr>
                                      <p:to>
                                        <p:strVal val="visible"/>
                                      </p:to>
                                    </p:set>
                                    <p:anim calcmode="lin" valueType="num">
                                      <p:cBhvr additive="repl">
                                        <p:cTn id="567" dur="500" fill="hold"/>
                                        <p:tgtEl>
                                          <p:spTgt spid="500"/>
                                        </p:tgtEl>
                                        <p:attrNameLst>
                                          <p:attrName>ppt_x</p:attrName>
                                        </p:attrNameLst>
                                      </p:cBhvr>
                                      <p:tavLst>
                                        <p:tav>
                                          <p:val>
                                            <p:strVal val="0-#ppt_w/2"/>
                                          </p:val>
                                        </p:tav>
                                        <p:tav tm="100000">
                                          <p:val>
                                            <p:strVal val="#ppt_x"/>
                                          </p:val>
                                        </p:tav>
                                      </p:tavLst>
                                    </p:anim>
                                    <p:anim calcmode="lin" valueType="num">
                                      <p:cBhvr additive="repl">
                                        <p:cTn id="568" dur="500" fill="hold"/>
                                        <p:tgtEl>
                                          <p:spTgt spid="500"/>
                                        </p:tgtEl>
                                        <p:attrNameLst>
                                          <p:attrName>ppt_y</p:attrName>
                                        </p:attrNameLst>
                                      </p:cBhvr>
                                      <p:tavLst>
                                        <p:tav>
                                          <p:val>
                                            <p:strVal val="#ppt_y"/>
                                          </p:val>
                                        </p:tav>
                                        <p:tav tm="100000">
                                          <p:val>
                                            <p:strVal val="#ppt_y"/>
                                          </p:val>
                                        </p:tav>
                                      </p:tavLst>
                                    </p:anim>
                                  </p:childTnLst>
                                </p:cTn>
                              </p:par>
                            </p:childTnLst>
                          </p:cTn>
                        </p:par>
                      </p:childTnLst>
                    </p:cTn>
                  </p:par>
                  <p:par>
                    <p:cTn id="569" fill="hold">
                      <p:stCondLst>
                        <p:cond delay="indefinite"/>
                      </p:stCondLst>
                      <p:childTnLst>
                        <p:par>
                          <p:cTn id="570" fill="hold">
                            <p:stCondLst>
                              <p:cond delay="0"/>
                            </p:stCondLst>
                            <p:childTnLst>
                              <p:par>
                                <p:cTn id="571" presetID="5" presetClass="entr" fill="hold" nodeType="clickEffect" presetSubtype="10">
                                  <p:stCondLst>
                                    <p:cond delay="0"/>
                                  </p:stCondLst>
                                  <p:childTnLst>
                                    <p:set>
                                      <p:cBhvr>
                                        <p:cTn id="572" dur="1" fill="hold">
                                          <p:stCondLst>
                                            <p:cond delay="0"/>
                                          </p:stCondLst>
                                        </p:cTn>
                                        <p:tgtEl>
                                          <p:spTgt spid="499"/>
                                        </p:tgtEl>
                                        <p:attrNameLst>
                                          <p:attrName>style.visibility</p:attrName>
                                        </p:attrNameLst>
                                      </p:cBhvr>
                                      <p:to>
                                        <p:strVal val="visible"/>
                                      </p:to>
                                    </p:set>
                                    <p:animEffect transition="in" filter="checkerboard(across)">
                                      <p:cBhvr additive="repl">
                                        <p:cTn id="573" dur="5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FCDA3B18-07EF-46D2-9B07-7D09DBD218CF}" type="slidenum">
              <a:rPr lang="pt-BR" sz="1800" b="1" u="none" strike="noStrike">
                <a:solidFill>
                  <a:srgbClr val="FFFFFF"/>
                </a:solidFill>
                <a:effectLst/>
                <a:uFillTx/>
                <a:latin typeface="Noto Sans"/>
                <a:ea typeface="Noto Sans CJK JP:palt"/>
              </a:rPr>
              <a:t>38</a:t>
            </a:fld>
            <a:endParaRPr lang="pt-BR" sz="1800" b="0" u="none" strike="noStrike">
              <a:solidFill>
                <a:srgbClr val="000000"/>
              </a:solidFill>
              <a:effectLst/>
              <a:uFillTx/>
              <a:latin typeface="Arial"/>
            </a:endParaRPr>
          </a:p>
        </p:txBody>
      </p:sp>
      <p:sp>
        <p:nvSpPr>
          <p:cNvPr id="502"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spcBef>
                <a:spcPts val="1191"/>
              </a:spcBef>
              <a:spcAft>
                <a:spcPts val="989"/>
              </a:spcAft>
              <a:buNone/>
              <a:tabLst>
                <a:tab pos="0" algn="l"/>
              </a:tabLst>
            </a:pPr>
            <a:r>
              <a:rPr lang="pt-BR" sz="3600" b="1" u="none" strike="noStrike">
                <a:solidFill>
                  <a:srgbClr val="FFFFFF"/>
                </a:solidFill>
                <a:effectLst/>
                <a:uFillTx/>
                <a:latin typeface="Noto Sans"/>
              </a:rPr>
              <a:t>Na prática</a:t>
            </a:r>
            <a:r>
              <a:rPr lang="pt-BR" sz="1600" b="1" u="none" strike="noStrike">
                <a:solidFill>
                  <a:srgbClr val="FFFFFF"/>
                </a:solidFill>
                <a:effectLst/>
                <a:uFillTx/>
                <a:latin typeface="Noto Sans"/>
              </a:rPr>
              <a:t> </a:t>
            </a:r>
            <a:br>
              <a:rPr sz="1600"/>
            </a:br>
            <a:endParaRPr lang="pt-BR" sz="1600" b="0" u="none" strike="noStrike">
              <a:solidFill>
                <a:srgbClr val="000000"/>
              </a:solidFill>
              <a:effectLst/>
              <a:uFillTx/>
              <a:latin typeface="Arial"/>
            </a:endParaRPr>
          </a:p>
        </p:txBody>
      </p:sp>
      <p:pic>
        <p:nvPicPr>
          <p:cNvPr id="503" name=""/>
          <p:cNvPicPr/>
          <p:nvPr/>
        </p:nvPicPr>
        <p:blipFill>
          <a:blip r:embed="rId1"/>
          <a:stretch/>
        </p:blipFill>
        <p:spPr>
          <a:xfrm>
            <a:off x="58680" y="1620000"/>
            <a:ext cx="5880240" cy="3238920"/>
          </a:xfrm>
          <a:prstGeom prst="rect">
            <a:avLst/>
          </a:prstGeom>
          <a:noFill/>
          <a:ln w="12600">
            <a:noFill/>
          </a:ln>
        </p:spPr>
      </p:pic>
      <p:pic>
        <p:nvPicPr>
          <p:cNvPr id="504" name=""/>
          <p:cNvPicPr/>
          <p:nvPr/>
        </p:nvPicPr>
        <p:blipFill>
          <a:blip r:embed="rId2"/>
          <a:stretch/>
        </p:blipFill>
        <p:spPr>
          <a:xfrm>
            <a:off x="6551280" y="1620000"/>
            <a:ext cx="3417120" cy="3239280"/>
          </a:xfrm>
          <a:prstGeom prst="rect">
            <a:avLst/>
          </a:prstGeom>
          <a:noFill/>
          <a:ln w="12600">
            <a:noFill/>
          </a:ln>
        </p:spPr>
      </p:pic>
      <p:sp>
        <p:nvSpPr>
          <p:cNvPr id="505" name="Forma Livre: Forma 4"/>
          <p:cNvSpPr/>
          <p:nvPr/>
        </p:nvSpPr>
        <p:spPr>
          <a:xfrm>
            <a:off x="6011640" y="2880000"/>
            <a:ext cx="466920" cy="539280"/>
          </a:xfrm>
          <a:custGeom>
            <a:avLst/>
            <a:gdLst>
              <a:gd name="textAreaLeft" fmla="*/ 0 w 466920"/>
              <a:gd name="textAreaRight" fmla="*/ 409680 w 466920"/>
              <a:gd name="textAreaTop" fmla="*/ 135000 h 539280"/>
              <a:gd name="textAreaBottom" fmla="*/ 405360 h 53928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729FCF"/>
          </a:solidFill>
          <a:ln w="10800">
            <a:solidFill>
              <a:srgbClr val="1ABC9C"/>
            </a:solidFill>
            <a:miter/>
          </a:ln>
        </p:spPr>
        <p:style>
          <a:lnRef idx="0"/>
          <a:fillRef idx="0"/>
          <a:effectRef idx="0"/>
          <a:fontRef idx="minor"/>
        </p:style>
        <p:txBody>
          <a:bodyPr wrap="none" lIns="90000" tIns="45000" rIns="90000" bIns="45000" anchor="ctr" anchorCtr="1">
            <a:noAutofit/>
          </a:bodyPr>
          <a:p>
            <a:pPr>
              <a:lnSpc>
                <a:spcPct val="100000"/>
              </a:lnSpc>
            </a:pPr>
            <a:endParaRPr lang="pt-BR"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574" dur="indefinite" restart="never" nodeType="tmRoot">
          <p:childTnLst>
            <p:seq>
              <p:cTn id="575" dur="indefinite" nodeType="mainSeq">
                <p:childTnLst>
                  <p:par>
                    <p:cTn id="576" fill="hold">
                      <p:stCondLst>
                        <p:cond delay="indefinite"/>
                      </p:stCondLst>
                      <p:childTnLst>
                        <p:par>
                          <p:cTn id="577" fill="hold">
                            <p:stCondLst>
                              <p:cond delay="0"/>
                            </p:stCondLst>
                            <p:childTnLst>
                              <p:par>
                                <p:cTn id="578" presetID="1" presetClass="entr" fill="hold" nodeType="clickEffect">
                                  <p:stCondLst>
                                    <p:cond delay="0"/>
                                  </p:stCondLst>
                                  <p:childTnLst>
                                    <p:set>
                                      <p:cBhvr>
                                        <p:cTn id="579" dur="1" fill="hold">
                                          <p:stCondLst>
                                            <p:cond delay="0"/>
                                          </p:stCondLst>
                                        </p:cTn>
                                        <p:tgtEl>
                                          <p:spTgt spid="503"/>
                                        </p:tgtEl>
                                        <p:attrNameLst>
                                          <p:attrName>style.visibility</p:attrName>
                                        </p:attrNameLst>
                                      </p:cBhvr>
                                      <p:to>
                                        <p:strVal val="visible"/>
                                      </p:to>
                                    </p:set>
                                  </p:childTnLst>
                                </p:cTn>
                              </p:par>
                            </p:childTnLst>
                          </p:cTn>
                        </p:par>
                      </p:childTnLst>
                    </p:cTn>
                  </p:par>
                  <p:par>
                    <p:cTn id="580" fill="hold">
                      <p:stCondLst>
                        <p:cond delay="indefinite"/>
                      </p:stCondLst>
                      <p:childTnLst>
                        <p:par>
                          <p:cTn id="581" fill="hold">
                            <p:stCondLst>
                              <p:cond delay="0"/>
                            </p:stCondLst>
                            <p:childTnLst>
                              <p:par>
                                <p:cTn id="582" presetID="2" presetClass="entr" fill="hold" nodeType="clickEffect" presetSubtype="8">
                                  <p:stCondLst>
                                    <p:cond delay="0"/>
                                  </p:stCondLst>
                                  <p:childTnLst>
                                    <p:set>
                                      <p:cBhvr>
                                        <p:cTn id="583" dur="1" fill="hold">
                                          <p:stCondLst>
                                            <p:cond delay="0"/>
                                          </p:stCondLst>
                                        </p:cTn>
                                        <p:tgtEl>
                                          <p:spTgt spid="505"/>
                                        </p:tgtEl>
                                        <p:attrNameLst>
                                          <p:attrName>style.visibility</p:attrName>
                                        </p:attrNameLst>
                                      </p:cBhvr>
                                      <p:to>
                                        <p:strVal val="visible"/>
                                      </p:to>
                                    </p:set>
                                    <p:anim calcmode="lin" valueType="num">
                                      <p:cBhvr additive="repl">
                                        <p:cTn id="584" dur="500" fill="hold"/>
                                        <p:tgtEl>
                                          <p:spTgt spid="505"/>
                                        </p:tgtEl>
                                        <p:attrNameLst>
                                          <p:attrName>ppt_x</p:attrName>
                                        </p:attrNameLst>
                                      </p:cBhvr>
                                      <p:tavLst>
                                        <p:tav>
                                          <p:val>
                                            <p:strVal val="0-#ppt_w/2"/>
                                          </p:val>
                                        </p:tav>
                                        <p:tav tm="100000">
                                          <p:val>
                                            <p:strVal val="#ppt_x"/>
                                          </p:val>
                                        </p:tav>
                                      </p:tavLst>
                                    </p:anim>
                                    <p:anim calcmode="lin" valueType="num">
                                      <p:cBhvr additive="repl">
                                        <p:cTn id="585" dur="500" fill="hold"/>
                                        <p:tgtEl>
                                          <p:spTgt spid="505"/>
                                        </p:tgtEl>
                                        <p:attrNameLst>
                                          <p:attrName>ppt_y</p:attrName>
                                        </p:attrNameLst>
                                      </p:cBhvr>
                                      <p:tavLst>
                                        <p:tav>
                                          <p:val>
                                            <p:strVal val="#ppt_y"/>
                                          </p:val>
                                        </p:tav>
                                        <p:tav tm="100000">
                                          <p:val>
                                            <p:strVal val="#ppt_y"/>
                                          </p:val>
                                        </p:tav>
                                      </p:tavLst>
                                    </p:anim>
                                  </p:childTnLst>
                                </p:cTn>
                              </p:par>
                            </p:childTnLst>
                          </p:cTn>
                        </p:par>
                      </p:childTnLst>
                    </p:cTn>
                  </p:par>
                  <p:par>
                    <p:cTn id="586" fill="hold">
                      <p:stCondLst>
                        <p:cond delay="indefinite"/>
                      </p:stCondLst>
                      <p:childTnLst>
                        <p:par>
                          <p:cTn id="587" fill="hold">
                            <p:stCondLst>
                              <p:cond delay="0"/>
                            </p:stCondLst>
                            <p:childTnLst>
                              <p:par>
                                <p:cTn id="588" presetID="1" presetClass="entr" fill="hold" nodeType="clickEffect">
                                  <p:stCondLst>
                                    <p:cond delay="0"/>
                                  </p:stCondLst>
                                  <p:childTnLst>
                                    <p:set>
                                      <p:cBhvr>
                                        <p:cTn id="589"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Espaço Reservado para Número de Slide 3"/>
          <p:cNvSpPr/>
          <p:nvPr/>
        </p:nvSpPr>
        <p:spPr>
          <a:xfrm>
            <a:off x="9180000" y="5175000"/>
            <a:ext cx="718920" cy="448920"/>
          </a:xfrm>
          <a:prstGeom prst="rect">
            <a:avLst/>
          </a:prstGeom>
          <a:noFill/>
          <a:ln w="0">
            <a:noFill/>
          </a:ln>
        </p:spPr>
        <p:style>
          <a:lnRef idx="0"/>
          <a:fillRef idx="0"/>
          <a:effectRef idx="0"/>
          <a:fontRef idx="minor"/>
        </p:style>
        <p:txBody>
          <a:bodyPr lIns="0" tIns="0" rIns="0" bIns="0" anchor="ctr" anchorCtr="1">
            <a:noAutofit/>
          </a:bodyPr>
          <a:p>
            <a:pPr algn="ctr">
              <a:lnSpc>
                <a:spcPct val="100000"/>
              </a:lnSpc>
            </a:pPr>
            <a:fld id="{B46A4CBE-6CAF-4B3F-94B5-812DF66E106F}" type="slidenum">
              <a:rPr lang="pt-BR" sz="1800" b="1" u="none" strike="noStrike">
                <a:solidFill>
                  <a:srgbClr val="FFFFFF"/>
                </a:solidFill>
                <a:effectLst/>
                <a:uFillTx/>
                <a:latin typeface="Noto Sans"/>
                <a:ea typeface="Noto Sans CJK JP:palt"/>
              </a:rPr>
              <a:t>&lt;número&gt;</a:t>
            </a:fld>
            <a:endParaRPr lang="pt-BR" sz="1800" b="0" u="none" strike="noStrike">
              <a:solidFill>
                <a:srgbClr val="000000"/>
              </a:solidFill>
              <a:effectLst/>
              <a:uFillTx/>
              <a:latin typeface="Arial"/>
            </a:endParaRPr>
          </a:p>
        </p:txBody>
      </p:sp>
      <p:sp>
        <p:nvSpPr>
          <p:cNvPr id="507" name="PlaceHolder 1"/>
          <p:cNvSpPr>
            <a:spLocks noGrp="1"/>
          </p:cNvSpPr>
          <p:nvPr>
            <p:ph type="title"/>
          </p:nvPr>
        </p:nvSpPr>
        <p:spPr>
          <a:xfrm>
            <a:off x="360000" y="225720"/>
            <a:ext cx="9358920" cy="717840"/>
          </a:xfrm>
          <a:prstGeom prst="rect">
            <a:avLst/>
          </a:prstGeom>
          <a:noFill/>
          <a:ln w="12600">
            <a:noFill/>
          </a:ln>
        </p:spPr>
        <p:txBody>
          <a:bodyPr lIns="0" tIns="0" rIns="0" bIns="0" anchor="ctr">
            <a:noAutofit/>
          </a:bodyPr>
          <a:p>
            <a:pPr indent="0" algn="l">
              <a:lnSpc>
                <a:spcPct val="100000"/>
              </a:lnSpc>
              <a:spcBef>
                <a:spcPts val="1191"/>
              </a:spcBef>
              <a:spcAft>
                <a:spcPts val="989"/>
              </a:spcAft>
              <a:buNone/>
              <a:tabLst>
                <a:tab pos="0" algn="l"/>
              </a:tabLst>
            </a:pPr>
            <a:r>
              <a:rPr lang="pt-BR" sz="3600" b="1" u="none" strike="noStrike">
                <a:solidFill>
                  <a:srgbClr val="FFFFFF"/>
                </a:solidFill>
                <a:effectLst/>
                <a:uFillTx/>
                <a:latin typeface="Noto Sans"/>
              </a:rPr>
              <a:t>Na prática</a:t>
            </a:r>
            <a:r>
              <a:rPr lang="pt-BR" sz="1600" b="1" u="none" strike="noStrike">
                <a:solidFill>
                  <a:srgbClr val="FFFFFF"/>
                </a:solidFill>
                <a:effectLst/>
                <a:uFillTx/>
                <a:latin typeface="Noto Sans"/>
              </a:rPr>
              <a:t> </a:t>
            </a:r>
            <a:br>
              <a:rPr sz="1600"/>
            </a:br>
            <a:endParaRPr lang="pt-BR" sz="1600" b="0" u="none" strike="noStrike">
              <a:solidFill>
                <a:srgbClr val="000000"/>
              </a:solidFill>
              <a:effectLst/>
              <a:uFillTx/>
              <a:latin typeface="Arial"/>
            </a:endParaRPr>
          </a:p>
        </p:txBody>
      </p:sp>
      <p:pic>
        <p:nvPicPr>
          <p:cNvPr id="508" name=""/>
          <p:cNvPicPr/>
          <p:nvPr/>
        </p:nvPicPr>
        <p:blipFill>
          <a:blip r:embed="rId1"/>
          <a:stretch/>
        </p:blipFill>
        <p:spPr>
          <a:xfrm>
            <a:off x="1620000" y="1620000"/>
            <a:ext cx="6839280" cy="3419280"/>
          </a:xfrm>
          <a:prstGeom prst="rect">
            <a:avLst/>
          </a:prstGeom>
          <a:noFill/>
          <a:ln w="12600">
            <a:noFill/>
          </a:ln>
        </p:spPr>
      </p:pic>
    </p:spTree>
  </p:cSld>
  <mc:AlternateContent>
    <mc:Choice Requires="p14">
      <p:transition spd="slow" p14:dur="3000"/>
    </mc:Choice>
    <mc:Fallback>
      <p:transition spd="slow"/>
    </mc:Fallback>
  </mc:AlternateContent>
  <p:timing>
    <p:tnLst>
      <p:par>
        <p:cTn id="590" dur="indefinite" restart="never" nodeType="tmRoot">
          <p:childTnLst>
            <p:seq>
              <p:cTn id="591" dur="indefinite" nodeType="mainSeq">
                <p:childTnLst>
                  <p:par>
                    <p:cTn id="592" fill="hold">
                      <p:stCondLst>
                        <p:cond delay="indefinite"/>
                      </p:stCondLst>
                      <p:childTnLst>
                        <p:par>
                          <p:cTn id="593" fill="hold">
                            <p:stCondLst>
                              <p:cond delay="0"/>
                            </p:stCondLst>
                            <p:childTnLst>
                              <p:par>
                                <p:cTn id="594" presetID="1" presetClass="entr" fill="hold" nodeType="clickEffect">
                                  <p:stCondLst>
                                    <p:cond delay="0"/>
                                  </p:stCondLst>
                                  <p:childTnLst>
                                    <p:set>
                                      <p:cBhvr>
                                        <p:cTn id="595"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title"/>
          </p:nvPr>
        </p:nvSpPr>
        <p:spPr>
          <a:xfrm>
            <a:off x="504000" y="385560"/>
            <a:ext cx="9070920" cy="625320"/>
          </a:xfrm>
          <a:prstGeom prst="rect">
            <a:avLst/>
          </a:prstGeom>
          <a:noFill/>
          <a:ln w="0">
            <a:noFill/>
          </a:ln>
        </p:spPr>
        <p:txBody>
          <a:bodyPr lIns="0" tIns="0" rIns="0" bIns="0" anchor="ctr">
            <a:spAutoFit/>
          </a:bodyPr>
          <a:p>
            <a:pPr indent="0" algn="ctr">
              <a:lnSpc>
                <a:spcPct val="100000"/>
              </a:lnSpc>
              <a:buNone/>
            </a:pPr>
            <a:r>
              <a:rPr lang="pt-BR" sz="4400" b="1" u="none" strike="noStrike">
                <a:solidFill>
                  <a:srgbClr val="000000"/>
                </a:solidFill>
                <a:effectLst/>
                <a:highlight>
                  <a:srgbClr val="FFFFFF"/>
                </a:highlight>
                <a:uFillTx/>
                <a:latin typeface="Arial"/>
              </a:rPr>
              <a:t>Referências</a:t>
            </a:r>
            <a:endParaRPr lang="pt-BR" sz="4400" b="0" u="none" strike="noStrike">
              <a:solidFill>
                <a:srgbClr val="000000"/>
              </a:solidFill>
              <a:effectLst/>
              <a:uFillTx/>
              <a:latin typeface="Arial"/>
            </a:endParaRPr>
          </a:p>
        </p:txBody>
      </p:sp>
      <p:sp>
        <p:nvSpPr>
          <p:cNvPr id="510" name=""/>
          <p:cNvSpPr txBox="1"/>
          <p:nvPr/>
        </p:nvSpPr>
        <p:spPr>
          <a:xfrm>
            <a:off x="360000" y="1440000"/>
            <a:ext cx="9700560" cy="3420000"/>
          </a:xfrm>
          <a:prstGeom prst="rect">
            <a:avLst/>
          </a:prstGeom>
          <a:noFill/>
          <a:ln w="0">
            <a:noFill/>
          </a:ln>
        </p:spPr>
        <p:txBody>
          <a:bodyPr lIns="90000" tIns="45000" rIns="90000" bIns="45000" anchor="t">
            <a:spAutoFit/>
          </a:bodyPr>
          <a:p>
            <a:pPr algn="just"/>
            <a:r>
              <a:rPr lang="pt-BR" sz="2400" b="0" u="none" strike="noStrike">
                <a:solidFill>
                  <a:srgbClr val="000000"/>
                </a:solidFill>
                <a:effectLst/>
                <a:uFillTx/>
                <a:latin typeface="Arial"/>
                <a:ea typeface="MyriadPro-Light"/>
              </a:rPr>
              <a:t>PEZZÈ, M.; YOUNG, M. </a:t>
            </a:r>
            <a:r>
              <a:rPr lang="pt-BR" sz="2400" b="0" i="1" u="none" strike="noStrike">
                <a:solidFill>
                  <a:srgbClr val="000000"/>
                </a:solidFill>
                <a:effectLst/>
                <a:uFillTx/>
                <a:latin typeface="Arial"/>
                <a:ea typeface="MyriadPro-LightIt"/>
              </a:rPr>
              <a:t>Teste e análise de software: </a:t>
            </a:r>
            <a:r>
              <a:rPr lang="pt-BR" sz="2400" b="0" u="none" strike="noStrike">
                <a:solidFill>
                  <a:srgbClr val="000000"/>
                </a:solidFill>
                <a:effectLst/>
                <a:uFillTx/>
                <a:latin typeface="Arial"/>
                <a:ea typeface="MyriadPro-Light"/>
              </a:rPr>
              <a:t>processos, princípios e técnicas. Porto</a:t>
            </a:r>
            <a:endParaRPr lang="pt-BR" sz="2400" b="0" u="none" strike="noStrike">
              <a:solidFill>
                <a:srgbClr val="000000"/>
              </a:solidFill>
              <a:effectLst/>
              <a:uFillTx/>
              <a:latin typeface="Arial"/>
            </a:endParaRPr>
          </a:p>
          <a:p>
            <a:pPr algn="just"/>
            <a:r>
              <a:rPr lang="pt-BR" sz="2400" b="0" u="none" strike="noStrike">
                <a:solidFill>
                  <a:srgbClr val="000000"/>
                </a:solidFill>
                <a:effectLst/>
                <a:uFillTx/>
                <a:latin typeface="Arial"/>
                <a:ea typeface="MyriadPro-Light"/>
              </a:rPr>
              <a:t>Alegre: Bookman, 2008.</a:t>
            </a:r>
            <a:endParaRPr lang="pt-BR" sz="2400" b="0" u="none" strike="noStrike">
              <a:solidFill>
                <a:srgbClr val="000000"/>
              </a:solidFill>
              <a:effectLst/>
              <a:uFillTx/>
              <a:latin typeface="Arial"/>
            </a:endParaRPr>
          </a:p>
          <a:p>
            <a:pPr algn="just"/>
            <a:r>
              <a:rPr lang="pt-BR" sz="2400" b="0" u="none" strike="noStrike">
                <a:solidFill>
                  <a:srgbClr val="000000"/>
                </a:solidFill>
                <a:effectLst/>
                <a:uFillTx/>
                <a:latin typeface="Arial"/>
                <a:ea typeface="MyriadPro-Light"/>
              </a:rPr>
              <a:t>PRESSMAN, R. S. </a:t>
            </a:r>
            <a:r>
              <a:rPr lang="pt-BR" sz="2400" b="0" i="1" u="none" strike="noStrike">
                <a:solidFill>
                  <a:srgbClr val="000000"/>
                </a:solidFill>
                <a:effectLst/>
                <a:uFillTx/>
                <a:latin typeface="Arial"/>
                <a:ea typeface="MyriadPro-LightIt"/>
              </a:rPr>
              <a:t>Engenharia de software. </a:t>
            </a:r>
            <a:r>
              <a:rPr lang="pt-BR" sz="2400" b="0" u="none" strike="noStrike">
                <a:solidFill>
                  <a:srgbClr val="000000"/>
                </a:solidFill>
                <a:effectLst/>
                <a:uFillTx/>
                <a:latin typeface="Arial"/>
                <a:ea typeface="MyriadPro-Light"/>
              </a:rPr>
              <a:t>São Paulo: MacGraw-Hill, 2011.</a:t>
            </a:r>
            <a:endParaRPr lang="pt-BR"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244</TotalTime>
  <Application>LibreOffice/26.2.2.2$Windows_X86_64 LibreOffice_project/1f77d10d6938fd34972958f64b2bcfa54f8b1ba5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2025-05-01T14:20:02Z</dcterms:created>
  <dc:creator/>
  <dc:description>This work is licensed under a Creative Commons 0 License.
It makes use of the works of Jun NOGATA.</dc:description>
  <dc:language>pt-BR</dc:language>
  <cp:lastModifiedBy/>
  <dcterms:modified xsi:type="dcterms:W3CDTF">2026-04-26T11:09:47Z</dcterms:modified>
  <cp:revision>29</cp:revision>
  <dc:subject/>
  <dc:title>Midnightblue</dc:title>
</cp:coreProperties>
</file>

<file path=docProps/custom.xml><?xml version="1.0" encoding="utf-8"?>
<Properties xmlns="http://schemas.openxmlformats.org/officeDocument/2006/custom-properties" xmlns:vt="http://schemas.openxmlformats.org/officeDocument/2006/docPropsVTypes"/>
</file>